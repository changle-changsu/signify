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261_B6AE0703.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42"/>
  </p:notesMasterIdLst>
  <p:handoutMasterIdLst>
    <p:handoutMasterId r:id="rId43"/>
  </p:handoutMasterIdLst>
  <p:sldIdLst>
    <p:sldId id="325" r:id="rId5"/>
    <p:sldId id="617" r:id="rId6"/>
    <p:sldId id="566" r:id="rId7"/>
    <p:sldId id="579" r:id="rId8"/>
    <p:sldId id="609" r:id="rId9"/>
    <p:sldId id="642" r:id="rId10"/>
    <p:sldId id="643" r:id="rId11"/>
    <p:sldId id="641" r:id="rId12"/>
    <p:sldId id="611" r:id="rId13"/>
    <p:sldId id="644" r:id="rId14"/>
    <p:sldId id="645" r:id="rId15"/>
    <p:sldId id="647" r:id="rId16"/>
    <p:sldId id="646" r:id="rId17"/>
    <p:sldId id="584" r:id="rId18"/>
    <p:sldId id="635" r:id="rId19"/>
    <p:sldId id="588" r:id="rId20"/>
    <p:sldId id="571" r:id="rId21"/>
    <p:sldId id="597" r:id="rId22"/>
    <p:sldId id="655" r:id="rId23"/>
    <p:sldId id="653" r:id="rId24"/>
    <p:sldId id="656" r:id="rId25"/>
    <p:sldId id="626" r:id="rId26"/>
    <p:sldId id="649" r:id="rId27"/>
    <p:sldId id="650" r:id="rId28"/>
    <p:sldId id="651" r:id="rId29"/>
    <p:sldId id="652" r:id="rId30"/>
    <p:sldId id="621" r:id="rId31"/>
    <p:sldId id="622" r:id="rId32"/>
    <p:sldId id="623" r:id="rId33"/>
    <p:sldId id="637" r:id="rId34"/>
    <p:sldId id="638" r:id="rId35"/>
    <p:sldId id="639" r:id="rId36"/>
    <p:sldId id="633" r:id="rId37"/>
    <p:sldId id="654" r:id="rId38"/>
    <p:sldId id="657" r:id="rId39"/>
    <p:sldId id="631" r:id="rId40"/>
    <p:sldId id="640" r:id="rId41"/>
  </p:sldIdLst>
  <p:sldSz cx="9144000" cy="6858000" type="screen4x3"/>
  <p:notesSz cx="7099300" cy="10234613"/>
  <p:custDataLst>
    <p:tags r:id="rId4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1E98A20-EE07-0014-6C6F-8BD32FA0698B}" name="Xinyu Gong" initials="XG" userId="S::e1350126@u.nus.edu::c7427b0c-75dc-4831-b8f6-475319d5c0c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F7E"/>
    <a:srgbClr val="FFFFFF"/>
    <a:srgbClr val="CCCED8"/>
    <a:srgbClr val="4E95D9"/>
    <a:srgbClr val="8497B0"/>
    <a:srgbClr val="BFBFBF"/>
    <a:srgbClr val="404040"/>
    <a:srgbClr val="004282"/>
    <a:srgbClr val="82AEC2"/>
    <a:srgbClr val="F582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7FB3A8-0F0C-34DB-909D-34721C62B166}" v="704" dt="2024-10-31T06:05:56.791"/>
    <p1510:client id="{1BA6C58A-9BC4-EE71-694D-6A487AE645DE}" v="18" dt="2024-10-31T06:48:37.705"/>
    <p1510:client id="{4A040CA5-B7F2-4F4A-8430-445E36276BE5}" v="1136" dt="2024-10-31T08:44:36.538"/>
    <p1510:client id="{55CC21CB-9EBD-BBE3-0CBA-4E413A81ED34}" v="27" dt="2024-10-31T09:32:53.048"/>
    <p1510:client id="{61A23003-75C7-4AD4-AA64-6F927E14B16C}" v="1397" dt="2024-10-31T09:33:00.239"/>
    <p1510:client id="{7F3400D5-A936-AF9E-2F59-2C067C987D66}" v="313" dt="2024-10-31T06:18:37.286"/>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4.xml"/><Relationship Id="rId51"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u Peilin" userId="f20e0a51-7f7d-4140-af3b-9b426d8cdeb5" providerId="ADAL" clId="{4A040CA5-B7F2-4F4A-8430-445E36276BE5}"/>
    <pc:docChg chg="undo custSel addSld delSld modSld">
      <pc:chgData name="Liu Peilin" userId="f20e0a51-7f7d-4140-af3b-9b426d8cdeb5" providerId="ADAL" clId="{4A040CA5-B7F2-4F4A-8430-445E36276BE5}" dt="2024-10-31T08:44:36.538" v="1137"/>
      <pc:docMkLst>
        <pc:docMk/>
      </pc:docMkLst>
      <pc:sldChg chg="modSp mod">
        <pc:chgData name="Liu Peilin" userId="f20e0a51-7f7d-4140-af3b-9b426d8cdeb5" providerId="ADAL" clId="{4A040CA5-B7F2-4F4A-8430-445E36276BE5}" dt="2024-10-31T06:35:48.202" v="907" actId="20577"/>
        <pc:sldMkLst>
          <pc:docMk/>
          <pc:sldMk cId="2290487555" sldId="597"/>
        </pc:sldMkLst>
        <pc:spChg chg="mod">
          <ac:chgData name="Liu Peilin" userId="f20e0a51-7f7d-4140-af3b-9b426d8cdeb5" providerId="ADAL" clId="{4A040CA5-B7F2-4F4A-8430-445E36276BE5}" dt="2024-10-31T06:35:48.202" v="907" actId="20577"/>
          <ac:spMkLst>
            <pc:docMk/>
            <pc:sldMk cId="2290487555" sldId="597"/>
            <ac:spMk id="6" creationId="{1AF64683-3638-686F-A463-D9390E04A773}"/>
          </ac:spMkLst>
        </pc:spChg>
      </pc:sldChg>
      <pc:sldChg chg="addSp modSp mod modNotesTx">
        <pc:chgData name="Liu Peilin" userId="f20e0a51-7f7d-4140-af3b-9b426d8cdeb5" providerId="ADAL" clId="{4A040CA5-B7F2-4F4A-8430-445E36276BE5}" dt="2024-10-31T07:28:45.880" v="1131"/>
        <pc:sldMkLst>
          <pc:docMk/>
          <pc:sldMk cId="1016260604" sldId="626"/>
        </pc:sldMkLst>
        <pc:spChg chg="mod">
          <ac:chgData name="Liu Peilin" userId="f20e0a51-7f7d-4140-af3b-9b426d8cdeb5" providerId="ADAL" clId="{4A040CA5-B7F2-4F4A-8430-445E36276BE5}" dt="2024-10-31T04:33:43.684" v="56" actId="20577"/>
          <ac:spMkLst>
            <pc:docMk/>
            <pc:sldMk cId="1016260604" sldId="626"/>
            <ac:spMk id="2" creationId="{C3BE4636-6D65-3235-EC78-30EF336F33E8}"/>
          </ac:spMkLst>
        </pc:spChg>
        <pc:spChg chg="mod">
          <ac:chgData name="Liu Peilin" userId="f20e0a51-7f7d-4140-af3b-9b426d8cdeb5" providerId="ADAL" clId="{4A040CA5-B7F2-4F4A-8430-445E36276BE5}" dt="2024-10-31T04:58:47.626" v="213" actId="1076"/>
          <ac:spMkLst>
            <pc:docMk/>
            <pc:sldMk cId="1016260604" sldId="626"/>
            <ac:spMk id="3" creationId="{07B755DA-21A6-313D-29EB-003C1C12A489}"/>
          </ac:spMkLst>
        </pc:spChg>
        <pc:spChg chg="add mod">
          <ac:chgData name="Liu Peilin" userId="f20e0a51-7f7d-4140-af3b-9b426d8cdeb5" providerId="ADAL" clId="{4A040CA5-B7F2-4F4A-8430-445E36276BE5}" dt="2024-10-31T04:55:07.444" v="163" actId="1076"/>
          <ac:spMkLst>
            <pc:docMk/>
            <pc:sldMk cId="1016260604" sldId="626"/>
            <ac:spMk id="6" creationId="{6B71CB21-3A8F-D57E-667D-2BFE26EBCC0E}"/>
          </ac:spMkLst>
        </pc:spChg>
        <pc:spChg chg="add mod">
          <ac:chgData name="Liu Peilin" userId="f20e0a51-7f7d-4140-af3b-9b426d8cdeb5" providerId="ADAL" clId="{4A040CA5-B7F2-4F4A-8430-445E36276BE5}" dt="2024-10-31T04:56:27.082" v="210" actId="20577"/>
          <ac:spMkLst>
            <pc:docMk/>
            <pc:sldMk cId="1016260604" sldId="626"/>
            <ac:spMk id="7" creationId="{ADA8DAA6-289E-83C6-6313-365400530008}"/>
          </ac:spMkLst>
        </pc:spChg>
        <pc:picChg chg="add mod">
          <ac:chgData name="Liu Peilin" userId="f20e0a51-7f7d-4140-af3b-9b426d8cdeb5" providerId="ADAL" clId="{4A040CA5-B7F2-4F4A-8430-445E36276BE5}" dt="2024-10-31T04:43:55.402" v="74" actId="14100"/>
          <ac:picMkLst>
            <pc:docMk/>
            <pc:sldMk cId="1016260604" sldId="626"/>
            <ac:picMk id="5" creationId="{7358CCC9-7AE0-8381-3DBF-A83291F470BB}"/>
          </ac:picMkLst>
        </pc:picChg>
      </pc:sldChg>
      <pc:sldChg chg="del">
        <pc:chgData name="Liu Peilin" userId="f20e0a51-7f7d-4140-af3b-9b426d8cdeb5" providerId="ADAL" clId="{4A040CA5-B7F2-4F4A-8430-445E36276BE5}" dt="2024-10-31T04:17:46.353" v="2" actId="2696"/>
        <pc:sldMkLst>
          <pc:docMk/>
          <pc:sldMk cId="3807628493" sldId="628"/>
        </pc:sldMkLst>
      </pc:sldChg>
      <pc:sldChg chg="del">
        <pc:chgData name="Liu Peilin" userId="f20e0a51-7f7d-4140-af3b-9b426d8cdeb5" providerId="ADAL" clId="{4A040CA5-B7F2-4F4A-8430-445E36276BE5}" dt="2024-10-31T04:17:44.487" v="1" actId="2696"/>
        <pc:sldMkLst>
          <pc:docMk/>
          <pc:sldMk cId="2943764772" sldId="629"/>
        </pc:sldMkLst>
      </pc:sldChg>
      <pc:sldChg chg="del">
        <pc:chgData name="Liu Peilin" userId="f20e0a51-7f7d-4140-af3b-9b426d8cdeb5" providerId="ADAL" clId="{4A040CA5-B7F2-4F4A-8430-445E36276BE5}" dt="2024-10-31T04:17:42.535" v="0" actId="2696"/>
        <pc:sldMkLst>
          <pc:docMk/>
          <pc:sldMk cId="3008241354" sldId="632"/>
        </pc:sldMkLst>
      </pc:sldChg>
      <pc:sldChg chg="addSp modSp mod">
        <pc:chgData name="Liu Peilin" userId="f20e0a51-7f7d-4140-af3b-9b426d8cdeb5" providerId="ADAL" clId="{4A040CA5-B7F2-4F4A-8430-445E36276BE5}" dt="2024-10-31T07:06:29.027" v="1062" actId="20577"/>
        <pc:sldMkLst>
          <pc:docMk/>
          <pc:sldMk cId="3077131107" sldId="633"/>
        </pc:sldMkLst>
        <pc:spChg chg="add mod">
          <ac:chgData name="Liu Peilin" userId="f20e0a51-7f7d-4140-af3b-9b426d8cdeb5" providerId="ADAL" clId="{4A040CA5-B7F2-4F4A-8430-445E36276BE5}" dt="2024-10-31T07:06:29.027" v="1062" actId="20577"/>
          <ac:spMkLst>
            <pc:docMk/>
            <pc:sldMk cId="3077131107" sldId="633"/>
            <ac:spMk id="5" creationId="{BB2F9390-71DA-7C81-39BE-A217D842CFCA}"/>
          </ac:spMkLst>
        </pc:spChg>
      </pc:sldChg>
      <pc:sldChg chg="del">
        <pc:chgData name="Liu Peilin" userId="f20e0a51-7f7d-4140-af3b-9b426d8cdeb5" providerId="ADAL" clId="{4A040CA5-B7F2-4F4A-8430-445E36276BE5}" dt="2024-10-31T07:14:46.775" v="1128" actId="2696"/>
        <pc:sldMkLst>
          <pc:docMk/>
          <pc:sldMk cId="2344252695" sldId="634"/>
        </pc:sldMkLst>
      </pc:sldChg>
      <pc:sldChg chg="addSp delSp modSp add mod modNotesTx">
        <pc:chgData name="Liu Peilin" userId="f20e0a51-7f7d-4140-af3b-9b426d8cdeb5" providerId="ADAL" clId="{4A040CA5-B7F2-4F4A-8430-445E36276BE5}" dt="2024-10-31T07:29:00.830" v="1132"/>
        <pc:sldMkLst>
          <pc:docMk/>
          <pc:sldMk cId="1027438363" sldId="649"/>
        </pc:sldMkLst>
        <pc:spChg chg="del">
          <ac:chgData name="Liu Peilin" userId="f20e0a51-7f7d-4140-af3b-9b426d8cdeb5" providerId="ADAL" clId="{4A040CA5-B7F2-4F4A-8430-445E36276BE5}" dt="2024-10-31T05:04:02.318" v="242" actId="478"/>
          <ac:spMkLst>
            <pc:docMk/>
            <pc:sldMk cId="1027438363" sldId="649"/>
            <ac:spMk id="3" creationId="{6D1740B1-1E3F-0B70-8F32-A8942A2967AD}"/>
          </ac:spMkLst>
        </pc:spChg>
        <pc:spChg chg="mod">
          <ac:chgData name="Liu Peilin" userId="f20e0a51-7f7d-4140-af3b-9b426d8cdeb5" providerId="ADAL" clId="{4A040CA5-B7F2-4F4A-8430-445E36276BE5}" dt="2024-10-31T05:25:51.701" v="280" actId="1076"/>
          <ac:spMkLst>
            <pc:docMk/>
            <pc:sldMk cId="1027438363" sldId="649"/>
            <ac:spMk id="6" creationId="{493CFEC3-7FD9-52E3-7DEA-A36D669D7FEB}"/>
          </ac:spMkLst>
        </pc:spChg>
        <pc:spChg chg="add mod">
          <ac:chgData name="Liu Peilin" userId="f20e0a51-7f7d-4140-af3b-9b426d8cdeb5" providerId="ADAL" clId="{4A040CA5-B7F2-4F4A-8430-445E36276BE5}" dt="2024-10-31T05:03:59.406" v="241" actId="20577"/>
          <ac:spMkLst>
            <pc:docMk/>
            <pc:sldMk cId="1027438363" sldId="649"/>
            <ac:spMk id="7" creationId="{D6D6CEAC-C679-7509-4E3F-01E73210825B}"/>
          </ac:spMkLst>
        </pc:spChg>
        <pc:spChg chg="add del mod">
          <ac:chgData name="Liu Peilin" userId="f20e0a51-7f7d-4140-af3b-9b426d8cdeb5" providerId="ADAL" clId="{4A040CA5-B7F2-4F4A-8430-445E36276BE5}" dt="2024-10-31T05:04:10.928" v="244" actId="478"/>
          <ac:spMkLst>
            <pc:docMk/>
            <pc:sldMk cId="1027438363" sldId="649"/>
            <ac:spMk id="9" creationId="{030089EC-EB91-1709-B270-C56258A64808}"/>
          </ac:spMkLst>
        </pc:spChg>
        <pc:spChg chg="add del mod">
          <ac:chgData name="Liu Peilin" userId="f20e0a51-7f7d-4140-af3b-9b426d8cdeb5" providerId="ADAL" clId="{4A040CA5-B7F2-4F4A-8430-445E36276BE5}" dt="2024-10-31T05:06:20.470" v="262" actId="478"/>
          <ac:spMkLst>
            <pc:docMk/>
            <pc:sldMk cId="1027438363" sldId="649"/>
            <ac:spMk id="10" creationId="{AB3439D2-DBB8-0F57-DD58-0402D8B5E73B}"/>
          </ac:spMkLst>
        </pc:spChg>
        <pc:picChg chg="del">
          <ac:chgData name="Liu Peilin" userId="f20e0a51-7f7d-4140-af3b-9b426d8cdeb5" providerId="ADAL" clId="{4A040CA5-B7F2-4F4A-8430-445E36276BE5}" dt="2024-10-31T04:58:57.914" v="214" actId="478"/>
          <ac:picMkLst>
            <pc:docMk/>
            <pc:sldMk cId="1027438363" sldId="649"/>
            <ac:picMk id="5" creationId="{1BCFC15E-50C9-FCEA-2963-97D342139339}"/>
          </ac:picMkLst>
        </pc:picChg>
      </pc:sldChg>
      <pc:sldChg chg="addSp delSp modSp add mod modNotesTx">
        <pc:chgData name="Liu Peilin" userId="f20e0a51-7f7d-4140-af3b-9b426d8cdeb5" providerId="ADAL" clId="{4A040CA5-B7F2-4F4A-8430-445E36276BE5}" dt="2024-10-31T07:29:26.553" v="1133"/>
        <pc:sldMkLst>
          <pc:docMk/>
          <pc:sldMk cId="2429049007" sldId="650"/>
        </pc:sldMkLst>
        <pc:spChg chg="add del mod">
          <ac:chgData name="Liu Peilin" userId="f20e0a51-7f7d-4140-af3b-9b426d8cdeb5" providerId="ADAL" clId="{4A040CA5-B7F2-4F4A-8430-445E36276BE5}" dt="2024-10-31T05:31:44.918" v="348"/>
          <ac:spMkLst>
            <pc:docMk/>
            <pc:sldMk cId="2429049007" sldId="650"/>
            <ac:spMk id="5" creationId="{4A549DE1-D665-3B77-6E95-D32E2E8CBA0A}"/>
          </ac:spMkLst>
        </pc:spChg>
        <pc:spChg chg="del mod">
          <ac:chgData name="Liu Peilin" userId="f20e0a51-7f7d-4140-af3b-9b426d8cdeb5" providerId="ADAL" clId="{4A040CA5-B7F2-4F4A-8430-445E36276BE5}" dt="2024-10-31T05:31:53.117" v="353" actId="478"/>
          <ac:spMkLst>
            <pc:docMk/>
            <pc:sldMk cId="2429049007" sldId="650"/>
            <ac:spMk id="6" creationId="{B9392179-D77B-11BD-8955-B7E5888B57CF}"/>
          </ac:spMkLst>
        </pc:spChg>
        <pc:spChg chg="mod">
          <ac:chgData name="Liu Peilin" userId="f20e0a51-7f7d-4140-af3b-9b426d8cdeb5" providerId="ADAL" clId="{4A040CA5-B7F2-4F4A-8430-445E36276BE5}" dt="2024-10-31T05:27:11.129" v="294" actId="20577"/>
          <ac:spMkLst>
            <pc:docMk/>
            <pc:sldMk cId="2429049007" sldId="650"/>
            <ac:spMk id="7" creationId="{E52F3AA4-4E1A-9ACC-A825-90CE65B04A72}"/>
          </ac:spMkLst>
        </pc:spChg>
        <pc:spChg chg="add mod">
          <ac:chgData name="Liu Peilin" userId="f20e0a51-7f7d-4140-af3b-9b426d8cdeb5" providerId="ADAL" clId="{4A040CA5-B7F2-4F4A-8430-445E36276BE5}" dt="2024-10-31T05:31:25.087" v="343" actId="1076"/>
          <ac:spMkLst>
            <pc:docMk/>
            <pc:sldMk cId="2429049007" sldId="650"/>
            <ac:spMk id="8" creationId="{86000CF5-F80C-F7B1-3E29-5B04B3B887BB}"/>
          </ac:spMkLst>
        </pc:spChg>
        <pc:spChg chg="add del mod">
          <ac:chgData name="Liu Peilin" userId="f20e0a51-7f7d-4140-af3b-9b426d8cdeb5" providerId="ADAL" clId="{4A040CA5-B7F2-4F4A-8430-445E36276BE5}" dt="2024-10-31T05:31:44.921" v="350"/>
          <ac:spMkLst>
            <pc:docMk/>
            <pc:sldMk cId="2429049007" sldId="650"/>
            <ac:spMk id="9" creationId="{F0A2C5AC-B8BC-07B8-C661-8BF92C30911B}"/>
          </ac:spMkLst>
        </pc:spChg>
        <pc:spChg chg="add del mod">
          <ac:chgData name="Liu Peilin" userId="f20e0a51-7f7d-4140-af3b-9b426d8cdeb5" providerId="ADAL" clId="{4A040CA5-B7F2-4F4A-8430-445E36276BE5}" dt="2024-10-31T05:36:13.425" v="437"/>
          <ac:spMkLst>
            <pc:docMk/>
            <pc:sldMk cId="2429049007" sldId="650"/>
            <ac:spMk id="10" creationId="{8F7FFB98-9979-2EE7-FA35-04431AFADB4A}"/>
          </ac:spMkLst>
        </pc:spChg>
        <pc:spChg chg="add mod">
          <ac:chgData name="Liu Peilin" userId="f20e0a51-7f7d-4140-af3b-9b426d8cdeb5" providerId="ADAL" clId="{4A040CA5-B7F2-4F4A-8430-445E36276BE5}" dt="2024-10-31T05:42:36.342" v="469" actId="12"/>
          <ac:spMkLst>
            <pc:docMk/>
            <pc:sldMk cId="2429049007" sldId="650"/>
            <ac:spMk id="11" creationId="{16F5FDC6-FC78-F92D-720A-C05861287507}"/>
          </ac:spMkLst>
        </pc:spChg>
        <pc:spChg chg="add mod">
          <ac:chgData name="Liu Peilin" userId="f20e0a51-7f7d-4140-af3b-9b426d8cdeb5" providerId="ADAL" clId="{4A040CA5-B7F2-4F4A-8430-445E36276BE5}" dt="2024-10-31T05:43:07.097" v="479" actId="1076"/>
          <ac:spMkLst>
            <pc:docMk/>
            <pc:sldMk cId="2429049007" sldId="650"/>
            <ac:spMk id="12" creationId="{8C3F1595-0D27-EBCA-EBE7-51119C62A2E2}"/>
          </ac:spMkLst>
        </pc:spChg>
        <pc:spChg chg="add mod">
          <ac:chgData name="Liu Peilin" userId="f20e0a51-7f7d-4140-af3b-9b426d8cdeb5" providerId="ADAL" clId="{4A040CA5-B7F2-4F4A-8430-445E36276BE5}" dt="2024-10-31T05:43:00.237" v="477" actId="1076"/>
          <ac:spMkLst>
            <pc:docMk/>
            <pc:sldMk cId="2429049007" sldId="650"/>
            <ac:spMk id="13" creationId="{2C925AE4-8D08-B2FE-E083-716CE825EF15}"/>
          </ac:spMkLst>
        </pc:spChg>
        <pc:picChg chg="add mod">
          <ac:chgData name="Liu Peilin" userId="f20e0a51-7f7d-4140-af3b-9b426d8cdeb5" providerId="ADAL" clId="{4A040CA5-B7F2-4F4A-8430-445E36276BE5}" dt="2024-10-31T05:43:02.426" v="478" actId="1076"/>
          <ac:picMkLst>
            <pc:docMk/>
            <pc:sldMk cId="2429049007" sldId="650"/>
            <ac:picMk id="3" creationId="{84F3010B-5F92-7770-5543-FD92D8619F81}"/>
          </ac:picMkLst>
        </pc:picChg>
      </pc:sldChg>
      <pc:sldChg chg="addSp delSp modSp add mod modNotesTx">
        <pc:chgData name="Liu Peilin" userId="f20e0a51-7f7d-4140-af3b-9b426d8cdeb5" providerId="ADAL" clId="{4A040CA5-B7F2-4F4A-8430-445E36276BE5}" dt="2024-10-31T07:29:50.232" v="1134"/>
        <pc:sldMkLst>
          <pc:docMk/>
          <pc:sldMk cId="48589124" sldId="651"/>
        </pc:sldMkLst>
        <pc:spChg chg="mod">
          <ac:chgData name="Liu Peilin" userId="f20e0a51-7f7d-4140-af3b-9b426d8cdeb5" providerId="ADAL" clId="{4A040CA5-B7F2-4F4A-8430-445E36276BE5}" dt="2024-10-31T06:36:11.193" v="910" actId="20577"/>
          <ac:spMkLst>
            <pc:docMk/>
            <pc:sldMk cId="48589124" sldId="651"/>
            <ac:spMk id="2" creationId="{E459324C-27D6-0302-C483-681817ED2584}"/>
          </ac:spMkLst>
        </pc:spChg>
        <pc:spChg chg="add del mod">
          <ac:chgData name="Liu Peilin" userId="f20e0a51-7f7d-4140-af3b-9b426d8cdeb5" providerId="ADAL" clId="{4A040CA5-B7F2-4F4A-8430-445E36276BE5}" dt="2024-10-31T05:59:30.658" v="656"/>
          <ac:spMkLst>
            <pc:docMk/>
            <pc:sldMk cId="48589124" sldId="651"/>
            <ac:spMk id="3" creationId="{0898D238-F370-E01B-B82E-A5E9C475473C}"/>
          </ac:spMkLst>
        </pc:spChg>
        <pc:spChg chg="mod">
          <ac:chgData name="Liu Peilin" userId="f20e0a51-7f7d-4140-af3b-9b426d8cdeb5" providerId="ADAL" clId="{4A040CA5-B7F2-4F4A-8430-445E36276BE5}" dt="2024-10-31T06:00:05.995" v="663" actId="1076"/>
          <ac:spMkLst>
            <pc:docMk/>
            <pc:sldMk cId="48589124" sldId="651"/>
            <ac:spMk id="6" creationId="{FC6CCC24-5A26-8D79-8D8D-FA1B68048FF1}"/>
          </ac:spMkLst>
        </pc:spChg>
        <pc:spChg chg="del mod">
          <ac:chgData name="Liu Peilin" userId="f20e0a51-7f7d-4140-af3b-9b426d8cdeb5" providerId="ADAL" clId="{4A040CA5-B7F2-4F4A-8430-445E36276BE5}" dt="2024-10-31T06:00:02.810" v="662" actId="478"/>
          <ac:spMkLst>
            <pc:docMk/>
            <pc:sldMk cId="48589124" sldId="651"/>
            <ac:spMk id="7" creationId="{9015D2A2-49C5-62FF-5AE2-6E05EDD268AB}"/>
          </ac:spMkLst>
        </pc:spChg>
        <pc:spChg chg="add mod">
          <ac:chgData name="Liu Peilin" userId="f20e0a51-7f7d-4140-af3b-9b426d8cdeb5" providerId="ADAL" clId="{4A040CA5-B7F2-4F4A-8430-445E36276BE5}" dt="2024-10-31T05:59:35.976" v="659" actId="1076"/>
          <ac:spMkLst>
            <pc:docMk/>
            <pc:sldMk cId="48589124" sldId="651"/>
            <ac:spMk id="8" creationId="{8EC8CD5A-195B-2F9C-6D9F-249D04E1BB88}"/>
          </ac:spMkLst>
        </pc:spChg>
        <pc:picChg chg="add mod">
          <ac:chgData name="Liu Peilin" userId="f20e0a51-7f7d-4140-af3b-9b426d8cdeb5" providerId="ADAL" clId="{4A040CA5-B7F2-4F4A-8430-445E36276BE5}" dt="2024-10-31T06:00:13.016" v="665" actId="14100"/>
          <ac:picMkLst>
            <pc:docMk/>
            <pc:sldMk cId="48589124" sldId="651"/>
            <ac:picMk id="5" creationId="{E3B7CB34-E52A-083C-451B-7D6D5CCBA45F}"/>
          </ac:picMkLst>
        </pc:picChg>
      </pc:sldChg>
      <pc:sldChg chg="delSp modSp add mod modNotesTx">
        <pc:chgData name="Liu Peilin" userId="f20e0a51-7f7d-4140-af3b-9b426d8cdeb5" providerId="ADAL" clId="{4A040CA5-B7F2-4F4A-8430-445E36276BE5}" dt="2024-10-31T07:30:20.526" v="1135"/>
        <pc:sldMkLst>
          <pc:docMk/>
          <pc:sldMk cId="966172584" sldId="652"/>
        </pc:sldMkLst>
        <pc:spChg chg="mod">
          <ac:chgData name="Liu Peilin" userId="f20e0a51-7f7d-4140-af3b-9b426d8cdeb5" providerId="ADAL" clId="{4A040CA5-B7F2-4F4A-8430-445E36276BE5}" dt="2024-10-31T06:36:14.550" v="912" actId="20577"/>
          <ac:spMkLst>
            <pc:docMk/>
            <pc:sldMk cId="966172584" sldId="652"/>
            <ac:spMk id="2" creationId="{83A320D2-B0F5-F9C7-A750-C113A52F08E4}"/>
          </ac:spMkLst>
        </pc:spChg>
        <pc:spChg chg="mod">
          <ac:chgData name="Liu Peilin" userId="f20e0a51-7f7d-4140-af3b-9b426d8cdeb5" providerId="ADAL" clId="{4A040CA5-B7F2-4F4A-8430-445E36276BE5}" dt="2024-10-31T06:33:38.850" v="859" actId="1076"/>
          <ac:spMkLst>
            <pc:docMk/>
            <pc:sldMk cId="966172584" sldId="652"/>
            <ac:spMk id="6" creationId="{B1BCED30-FBD2-4369-9B09-A8A80AC6FA6E}"/>
          </ac:spMkLst>
        </pc:spChg>
        <pc:spChg chg="del">
          <ac:chgData name="Liu Peilin" userId="f20e0a51-7f7d-4140-af3b-9b426d8cdeb5" providerId="ADAL" clId="{4A040CA5-B7F2-4F4A-8430-445E36276BE5}" dt="2024-10-31T06:32:22.159" v="800" actId="478"/>
          <ac:spMkLst>
            <pc:docMk/>
            <pc:sldMk cId="966172584" sldId="652"/>
            <ac:spMk id="8" creationId="{9E6C6A22-49AD-0EA0-C6F2-1EFA7B816996}"/>
          </ac:spMkLst>
        </pc:spChg>
        <pc:picChg chg="del">
          <ac:chgData name="Liu Peilin" userId="f20e0a51-7f7d-4140-af3b-9b426d8cdeb5" providerId="ADAL" clId="{4A040CA5-B7F2-4F4A-8430-445E36276BE5}" dt="2024-10-31T06:32:20.173" v="799" actId="478"/>
          <ac:picMkLst>
            <pc:docMk/>
            <pc:sldMk cId="966172584" sldId="652"/>
            <ac:picMk id="5" creationId="{FBD23826-6E86-DCD3-7ECF-F08B60917042}"/>
          </ac:picMkLst>
        </pc:picChg>
      </pc:sldChg>
      <pc:sldChg chg="modSp add mod modNotesTx">
        <pc:chgData name="Liu Peilin" userId="f20e0a51-7f7d-4140-af3b-9b426d8cdeb5" providerId="ADAL" clId="{4A040CA5-B7F2-4F4A-8430-445E36276BE5}" dt="2024-10-31T08:41:33.366" v="1136"/>
        <pc:sldMkLst>
          <pc:docMk/>
          <pc:sldMk cId="1793721180" sldId="654"/>
        </pc:sldMkLst>
        <pc:spChg chg="mod">
          <ac:chgData name="Liu Peilin" userId="f20e0a51-7f7d-4140-af3b-9b426d8cdeb5" providerId="ADAL" clId="{4A040CA5-B7F2-4F4A-8430-445E36276BE5}" dt="2024-10-31T07:06:42.476" v="1069" actId="20577"/>
          <ac:spMkLst>
            <pc:docMk/>
            <pc:sldMk cId="1793721180" sldId="654"/>
            <ac:spMk id="2" creationId="{53CC84CE-F58F-BC68-966D-129E74FE22B1}"/>
          </ac:spMkLst>
        </pc:spChg>
        <pc:spChg chg="mod">
          <ac:chgData name="Liu Peilin" userId="f20e0a51-7f7d-4140-af3b-9b426d8cdeb5" providerId="ADAL" clId="{4A040CA5-B7F2-4F4A-8430-445E36276BE5}" dt="2024-10-31T07:04:57.216" v="966" actId="1076"/>
          <ac:spMkLst>
            <pc:docMk/>
            <pc:sldMk cId="1793721180" sldId="654"/>
            <ac:spMk id="6" creationId="{4438318A-091A-0185-A21E-752BF0B2E20F}"/>
          </ac:spMkLst>
        </pc:spChg>
      </pc:sldChg>
      <pc:sldChg chg="modSp add mod modNotesTx">
        <pc:chgData name="Liu Peilin" userId="f20e0a51-7f7d-4140-af3b-9b426d8cdeb5" providerId="ADAL" clId="{4A040CA5-B7F2-4F4A-8430-445E36276BE5}" dt="2024-10-31T08:44:36.538" v="1137"/>
        <pc:sldMkLst>
          <pc:docMk/>
          <pc:sldMk cId="2121019410" sldId="657"/>
        </pc:sldMkLst>
        <pc:spChg chg="mod">
          <ac:chgData name="Liu Peilin" userId="f20e0a51-7f7d-4140-af3b-9b426d8cdeb5" providerId="ADAL" clId="{4A040CA5-B7F2-4F4A-8430-445E36276BE5}" dt="2024-10-31T07:07:02.915" v="1105" actId="20577"/>
          <ac:spMkLst>
            <pc:docMk/>
            <pc:sldMk cId="2121019410" sldId="657"/>
            <ac:spMk id="2" creationId="{0F99B6D1-74AA-DED6-9433-0D6C981F671C}"/>
          </ac:spMkLst>
        </pc:spChg>
        <pc:spChg chg="mod">
          <ac:chgData name="Liu Peilin" userId="f20e0a51-7f7d-4140-af3b-9b426d8cdeb5" providerId="ADAL" clId="{4A040CA5-B7F2-4F4A-8430-445E36276BE5}" dt="2024-10-31T07:08:00.480" v="1123" actId="1076"/>
          <ac:spMkLst>
            <pc:docMk/>
            <pc:sldMk cId="2121019410" sldId="657"/>
            <ac:spMk id="6" creationId="{BA05A730-DE66-68E0-32A9-2FF1E5C9041E}"/>
          </ac:spMkLst>
        </pc:spChg>
      </pc:sldChg>
    </pc:docChg>
  </pc:docChgLst>
  <pc:docChgLst>
    <pc:chgData name="Xinyu Gong" userId="S::e1350126@u.nus.edu::c7427b0c-75dc-4831-b8f6-475319d5c0c7" providerId="AD" clId="Web-{55CC21CB-9EBD-BBE3-0CBA-4E413A81ED34}"/>
    <pc:docChg chg="modSld">
      <pc:chgData name="Xinyu Gong" userId="S::e1350126@u.nus.edu::c7427b0c-75dc-4831-b8f6-475319d5c0c7" providerId="AD" clId="Web-{55CC21CB-9EBD-BBE3-0CBA-4E413A81ED34}" dt="2024-10-31T09:34:57.739" v="385"/>
      <pc:docMkLst>
        <pc:docMk/>
      </pc:docMkLst>
      <pc:sldChg chg="modNotes">
        <pc:chgData name="Xinyu Gong" userId="S::e1350126@u.nus.edu::c7427b0c-75dc-4831-b8f6-475319d5c0c7" providerId="AD" clId="Web-{55CC21CB-9EBD-BBE3-0CBA-4E413A81ED34}" dt="2024-10-31T09:34:57.739" v="385"/>
        <pc:sldMkLst>
          <pc:docMk/>
          <pc:sldMk cId="0" sldId="325"/>
        </pc:sldMkLst>
      </pc:sldChg>
      <pc:sldChg chg="modNotes">
        <pc:chgData name="Xinyu Gong" userId="S::e1350126@u.nus.edu::c7427b0c-75dc-4831-b8f6-475319d5c0c7" providerId="AD" clId="Web-{55CC21CB-9EBD-BBE3-0CBA-4E413A81ED34}" dt="2024-10-31T09:32:21.516" v="378"/>
        <pc:sldMkLst>
          <pc:docMk/>
          <pc:sldMk cId="0" sldId="566"/>
        </pc:sldMkLst>
      </pc:sldChg>
      <pc:sldChg chg="modNotes">
        <pc:chgData name="Xinyu Gong" userId="S::e1350126@u.nus.edu::c7427b0c-75dc-4831-b8f6-475319d5c0c7" providerId="AD" clId="Web-{55CC21CB-9EBD-BBE3-0CBA-4E413A81ED34}" dt="2024-10-31T09:00:40.997" v="363"/>
        <pc:sldMkLst>
          <pc:docMk/>
          <pc:sldMk cId="3064858371" sldId="609"/>
        </pc:sldMkLst>
      </pc:sldChg>
      <pc:sldChg chg="modNotes">
        <pc:chgData name="Xinyu Gong" userId="S::e1350126@u.nus.edu::c7427b0c-75dc-4831-b8f6-475319d5c0c7" providerId="AD" clId="Web-{55CC21CB-9EBD-BBE3-0CBA-4E413A81ED34}" dt="2024-10-31T08:45:58.213" v="265"/>
        <pc:sldMkLst>
          <pc:docMk/>
          <pc:sldMk cId="1757293745" sldId="611"/>
        </pc:sldMkLst>
      </pc:sldChg>
      <pc:sldChg chg="modNotes">
        <pc:chgData name="Xinyu Gong" userId="S::e1350126@u.nus.edu::c7427b0c-75dc-4831-b8f6-475319d5c0c7" providerId="AD" clId="Web-{55CC21CB-9EBD-BBE3-0CBA-4E413A81ED34}" dt="2024-10-31T09:23:18.689" v="375"/>
        <pc:sldMkLst>
          <pc:docMk/>
          <pc:sldMk cId="3322160216" sldId="617"/>
        </pc:sldMkLst>
      </pc:sldChg>
      <pc:sldChg chg="modNotes">
        <pc:chgData name="Xinyu Gong" userId="S::e1350126@u.nus.edu::c7427b0c-75dc-4831-b8f6-475319d5c0c7" providerId="AD" clId="Web-{55CC21CB-9EBD-BBE3-0CBA-4E413A81ED34}" dt="2024-10-31T08:59:32.885" v="328"/>
        <pc:sldMkLst>
          <pc:docMk/>
          <pc:sldMk cId="3571763058" sldId="641"/>
        </pc:sldMkLst>
      </pc:sldChg>
      <pc:sldChg chg="modSp modNotes">
        <pc:chgData name="Xinyu Gong" userId="S::e1350126@u.nus.edu::c7427b0c-75dc-4831-b8f6-475319d5c0c7" providerId="AD" clId="Web-{55CC21CB-9EBD-BBE3-0CBA-4E413A81ED34}" dt="2024-10-31T09:00:08.481" v="332"/>
        <pc:sldMkLst>
          <pc:docMk/>
          <pc:sldMk cId="477092658" sldId="642"/>
        </pc:sldMkLst>
        <pc:picChg chg="mod">
          <ac:chgData name="Xinyu Gong" userId="S::e1350126@u.nus.edu::c7427b0c-75dc-4831-b8f6-475319d5c0c7" providerId="AD" clId="Web-{55CC21CB-9EBD-BBE3-0CBA-4E413A81ED34}" dt="2024-10-31T08:45:31.508" v="263" actId="14100"/>
          <ac:picMkLst>
            <pc:docMk/>
            <pc:sldMk cId="477092658" sldId="642"/>
            <ac:picMk id="5" creationId="{547CF08F-05E1-FC42-794E-6EF7D04AFA33}"/>
          </ac:picMkLst>
        </pc:picChg>
      </pc:sldChg>
      <pc:sldChg chg="modNotes">
        <pc:chgData name="Xinyu Gong" userId="S::e1350126@u.nus.edu::c7427b0c-75dc-4831-b8f6-475319d5c0c7" providerId="AD" clId="Web-{55CC21CB-9EBD-BBE3-0CBA-4E413A81ED34}" dt="2024-10-31T08:59:55.449" v="331"/>
        <pc:sldMkLst>
          <pc:docMk/>
          <pc:sldMk cId="909113396" sldId="643"/>
        </pc:sldMkLst>
      </pc:sldChg>
      <pc:sldChg chg="modSp modNotes">
        <pc:chgData name="Xinyu Gong" userId="S::e1350126@u.nus.edu::c7427b0c-75dc-4831-b8f6-475319d5c0c7" providerId="AD" clId="Web-{55CC21CB-9EBD-BBE3-0CBA-4E413A81ED34}" dt="2024-10-31T08:41:22.983" v="211"/>
        <pc:sldMkLst>
          <pc:docMk/>
          <pc:sldMk cId="1374594574" sldId="644"/>
        </pc:sldMkLst>
        <pc:spChg chg="mod">
          <ac:chgData name="Xinyu Gong" userId="S::e1350126@u.nus.edu::c7427b0c-75dc-4831-b8f6-475319d5c0c7" providerId="AD" clId="Web-{55CC21CB-9EBD-BBE3-0CBA-4E413A81ED34}" dt="2024-10-31T08:41:01.560" v="202" actId="20577"/>
          <ac:spMkLst>
            <pc:docMk/>
            <pc:sldMk cId="1374594574" sldId="644"/>
            <ac:spMk id="2" creationId="{00000000-0000-0000-0000-000000000000}"/>
          </ac:spMkLst>
        </pc:spChg>
      </pc:sldChg>
      <pc:sldChg chg="modNotes">
        <pc:chgData name="Xinyu Gong" userId="S::e1350126@u.nus.edu::c7427b0c-75dc-4831-b8f6-475319d5c0c7" providerId="AD" clId="Web-{55CC21CB-9EBD-BBE3-0CBA-4E413A81ED34}" dt="2024-10-31T08:58:35.602" v="326"/>
        <pc:sldMkLst>
          <pc:docMk/>
          <pc:sldMk cId="111976462" sldId="645"/>
        </pc:sldMkLst>
      </pc:sldChg>
      <pc:sldChg chg="modNotes">
        <pc:chgData name="Xinyu Gong" userId="S::e1350126@u.nus.edu::c7427b0c-75dc-4831-b8f6-475319d5c0c7" providerId="AD" clId="Web-{55CC21CB-9EBD-BBE3-0CBA-4E413A81ED34}" dt="2024-10-31T08:57:46.834" v="309"/>
        <pc:sldMkLst>
          <pc:docMk/>
          <pc:sldMk cId="2646672886" sldId="646"/>
        </pc:sldMkLst>
      </pc:sldChg>
      <pc:sldChg chg="modNotes">
        <pc:chgData name="Xinyu Gong" userId="S::e1350126@u.nus.edu::c7427b0c-75dc-4831-b8f6-475319d5c0c7" providerId="AD" clId="Web-{55CC21CB-9EBD-BBE3-0CBA-4E413A81ED34}" dt="2024-10-31T08:57:25.021" v="300"/>
        <pc:sldMkLst>
          <pc:docMk/>
          <pc:sldMk cId="4062550329" sldId="647"/>
        </pc:sldMkLst>
      </pc:sldChg>
    </pc:docChg>
  </pc:docChgLst>
  <pc:docChgLst>
    <pc:chgData name="Zhang, Wenqing" userId="7e3fea07-7d49-48e7-8490-23cbda0d89b5" providerId="ADAL" clId="{61A23003-75C7-4AD4-AA64-6F927E14B16C}"/>
    <pc:docChg chg="undo redo custSel addSld delSld modSld sldOrd">
      <pc:chgData name="Zhang, Wenqing" userId="7e3fea07-7d49-48e7-8490-23cbda0d89b5" providerId="ADAL" clId="{61A23003-75C7-4AD4-AA64-6F927E14B16C}" dt="2024-10-31T09:33:00.239" v="1664" actId="1076"/>
      <pc:docMkLst>
        <pc:docMk/>
      </pc:docMkLst>
      <pc:sldChg chg="addSp delSp modSp mod modTransition delAnim modAnim">
        <pc:chgData name="Zhang, Wenqing" userId="7e3fea07-7d49-48e7-8490-23cbda0d89b5" providerId="ADAL" clId="{61A23003-75C7-4AD4-AA64-6F927E14B16C}" dt="2024-10-31T09:27:47.188" v="1606"/>
        <pc:sldMkLst>
          <pc:docMk/>
          <pc:sldMk cId="0" sldId="325"/>
        </pc:sldMkLst>
        <pc:spChg chg="mod">
          <ac:chgData name="Zhang, Wenqing" userId="7e3fea07-7d49-48e7-8490-23cbda0d89b5" providerId="ADAL" clId="{61A23003-75C7-4AD4-AA64-6F927E14B16C}" dt="2024-10-30T14:14:06.765" v="16" actId="404"/>
          <ac:spMkLst>
            <pc:docMk/>
            <pc:sldMk cId="0" sldId="325"/>
            <ac:spMk id="2" creationId="{00000000-0000-0000-0000-000000000000}"/>
          </ac:spMkLst>
        </pc:spChg>
        <pc:picChg chg="add del mod">
          <ac:chgData name="Zhang, Wenqing" userId="7e3fea07-7d49-48e7-8490-23cbda0d89b5" providerId="ADAL" clId="{61A23003-75C7-4AD4-AA64-6F927E14B16C}" dt="2024-10-31T09:24:51.669" v="1602" actId="478"/>
          <ac:picMkLst>
            <pc:docMk/>
            <pc:sldMk cId="0" sldId="325"/>
            <ac:picMk id="13" creationId="{97ECB9FE-BF52-C2B8-90C1-77B8A09A6807}"/>
          </ac:picMkLst>
        </pc:picChg>
        <pc:picChg chg="add del mod">
          <ac:chgData name="Zhang, Wenqing" userId="7e3fea07-7d49-48e7-8490-23cbda0d89b5" providerId="ADAL" clId="{61A23003-75C7-4AD4-AA64-6F927E14B16C}" dt="2024-10-31T09:27:37.462" v="1605"/>
          <ac:picMkLst>
            <pc:docMk/>
            <pc:sldMk cId="0" sldId="325"/>
            <ac:picMk id="20" creationId="{F11A0953-FC26-D467-8539-77D79F58CEC2}"/>
          </ac:picMkLst>
        </pc:picChg>
        <pc:picChg chg="add del mod">
          <ac:chgData name="Zhang, Wenqing" userId="7e3fea07-7d49-48e7-8490-23cbda0d89b5" providerId="ADAL" clId="{61A23003-75C7-4AD4-AA64-6F927E14B16C}" dt="2024-10-31T09:27:47.188" v="1606"/>
          <ac:picMkLst>
            <pc:docMk/>
            <pc:sldMk cId="0" sldId="325"/>
            <ac:picMk id="21" creationId="{2A3E360F-2D2F-114B-055A-29C3AD6C230D}"/>
          </ac:picMkLst>
        </pc:picChg>
      </pc:sldChg>
      <pc:sldChg chg="addSp modSp mod modTransition">
        <pc:chgData name="Zhang, Wenqing" userId="7e3fea07-7d49-48e7-8490-23cbda0d89b5" providerId="ADAL" clId="{61A23003-75C7-4AD4-AA64-6F927E14B16C}" dt="2024-10-31T09:27:47.188" v="1606"/>
        <pc:sldMkLst>
          <pc:docMk/>
          <pc:sldMk cId="0" sldId="566"/>
        </pc:sldMkLst>
        <pc:spChg chg="add mod">
          <ac:chgData name="Zhang, Wenqing" userId="7e3fea07-7d49-48e7-8490-23cbda0d89b5" providerId="ADAL" clId="{61A23003-75C7-4AD4-AA64-6F927E14B16C}" dt="2024-10-30T14:15:56.129" v="87" actId="20577"/>
          <ac:spMkLst>
            <pc:docMk/>
            <pc:sldMk cId="0" sldId="566"/>
            <ac:spMk id="3" creationId="{A3B71249-C28C-5212-2431-087BF099A67D}"/>
          </ac:spMkLst>
        </pc:spChg>
        <pc:spChg chg="add mod">
          <ac:chgData name="Zhang, Wenqing" userId="7e3fea07-7d49-48e7-8490-23cbda0d89b5" providerId="ADAL" clId="{61A23003-75C7-4AD4-AA64-6F927E14B16C}" dt="2024-10-30T14:16:54.800" v="136" actId="403"/>
          <ac:spMkLst>
            <pc:docMk/>
            <pc:sldMk cId="0" sldId="566"/>
            <ac:spMk id="5" creationId="{8B38CDEF-674C-D727-AA98-0CA834CDE63D}"/>
          </ac:spMkLst>
        </pc:spChg>
        <pc:spChg chg="add mod">
          <ac:chgData name="Zhang, Wenqing" userId="7e3fea07-7d49-48e7-8490-23cbda0d89b5" providerId="ADAL" clId="{61A23003-75C7-4AD4-AA64-6F927E14B16C}" dt="2024-10-30T14:17:11.721" v="139" actId="20577"/>
          <ac:spMkLst>
            <pc:docMk/>
            <pc:sldMk cId="0" sldId="566"/>
            <ac:spMk id="6" creationId="{4E6111EE-BADE-0A01-8F54-BB09C469EF50}"/>
          </ac:spMkLst>
        </pc:spChg>
        <pc:spChg chg="add mod">
          <ac:chgData name="Zhang, Wenqing" userId="7e3fea07-7d49-48e7-8490-23cbda0d89b5" providerId="ADAL" clId="{61A23003-75C7-4AD4-AA64-6F927E14B16C}" dt="2024-10-30T14:17:16.218" v="149" actId="20577"/>
          <ac:spMkLst>
            <pc:docMk/>
            <pc:sldMk cId="0" sldId="566"/>
            <ac:spMk id="7" creationId="{33957DCB-3DA9-8F83-065A-A4133E019217}"/>
          </ac:spMkLst>
        </pc:spChg>
        <pc:spChg chg="mod">
          <ac:chgData name="Zhang, Wenqing" userId="7e3fea07-7d49-48e7-8490-23cbda0d89b5" providerId="ADAL" clId="{61A23003-75C7-4AD4-AA64-6F927E14B16C}" dt="2024-10-30T14:14:32.054" v="17" actId="1076"/>
          <ac:spMkLst>
            <pc:docMk/>
            <pc:sldMk cId="0" sldId="566"/>
            <ac:spMk id="19" creationId="{7A1C66C0-6840-5D6D-191A-D878F4F2577F}"/>
          </ac:spMkLst>
        </pc:spChg>
        <pc:spChg chg="mod">
          <ac:chgData name="Zhang, Wenqing" userId="7e3fea07-7d49-48e7-8490-23cbda0d89b5" providerId="ADAL" clId="{61A23003-75C7-4AD4-AA64-6F927E14B16C}" dt="2024-10-30T14:15:01.964" v="50" actId="20577"/>
          <ac:spMkLst>
            <pc:docMk/>
            <pc:sldMk cId="0" sldId="566"/>
            <ac:spMk id="20" creationId="{0123EACE-D572-F935-541A-A400FC4D3439}"/>
          </ac:spMkLst>
        </pc:spChg>
        <pc:spChg chg="mod">
          <ac:chgData name="Zhang, Wenqing" userId="7e3fea07-7d49-48e7-8490-23cbda0d89b5" providerId="ADAL" clId="{61A23003-75C7-4AD4-AA64-6F927E14B16C}" dt="2024-10-30T14:14:53.537" v="33" actId="1076"/>
          <ac:spMkLst>
            <pc:docMk/>
            <pc:sldMk cId="0" sldId="566"/>
            <ac:spMk id="21" creationId="{D4E09E4A-5368-1161-D2F8-55659C6C7850}"/>
          </ac:spMkLst>
        </pc:spChg>
        <pc:spChg chg="mod">
          <ac:chgData name="Zhang, Wenqing" userId="7e3fea07-7d49-48e7-8490-23cbda0d89b5" providerId="ADAL" clId="{61A23003-75C7-4AD4-AA64-6F927E14B16C}" dt="2024-10-30T14:15:17.548" v="65" actId="20577"/>
          <ac:spMkLst>
            <pc:docMk/>
            <pc:sldMk cId="0" sldId="566"/>
            <ac:spMk id="22" creationId="{AE8C5E04-21A4-7BBD-CB14-A6AA75608A24}"/>
          </ac:spMkLst>
        </pc:spChg>
        <pc:spChg chg="mod">
          <ac:chgData name="Zhang, Wenqing" userId="7e3fea07-7d49-48e7-8490-23cbda0d89b5" providerId="ADAL" clId="{61A23003-75C7-4AD4-AA64-6F927E14B16C}" dt="2024-10-30T14:15:12.002" v="51" actId="1076"/>
          <ac:spMkLst>
            <pc:docMk/>
            <pc:sldMk cId="0" sldId="566"/>
            <ac:spMk id="23" creationId="{F501E8B5-34AA-2A83-AA20-4CAACDD92BF6}"/>
          </ac:spMkLst>
        </pc:spChg>
        <pc:spChg chg="mod">
          <ac:chgData name="Zhang, Wenqing" userId="7e3fea07-7d49-48e7-8490-23cbda0d89b5" providerId="ADAL" clId="{61A23003-75C7-4AD4-AA64-6F927E14B16C}" dt="2024-10-30T14:14:38.712" v="32" actId="20577"/>
          <ac:spMkLst>
            <pc:docMk/>
            <pc:sldMk cId="0" sldId="566"/>
            <ac:spMk id="24" creationId="{FD384F3E-0F26-5E66-6036-5DB06E71157E}"/>
          </ac:spMkLst>
        </pc:spChg>
        <pc:spChg chg="mod">
          <ac:chgData name="Zhang, Wenqing" userId="7e3fea07-7d49-48e7-8490-23cbda0d89b5" providerId="ADAL" clId="{61A23003-75C7-4AD4-AA64-6F927E14B16C}" dt="2024-10-30T14:15:48.098" v="83" actId="1076"/>
          <ac:spMkLst>
            <pc:docMk/>
            <pc:sldMk cId="0" sldId="566"/>
            <ac:spMk id="25" creationId="{81164173-EAB6-870F-FA36-F7F312E99021}"/>
          </ac:spMkLst>
        </pc:spChg>
        <pc:spChg chg="mod">
          <ac:chgData name="Zhang, Wenqing" userId="7e3fea07-7d49-48e7-8490-23cbda0d89b5" providerId="ADAL" clId="{61A23003-75C7-4AD4-AA64-6F927E14B16C}" dt="2024-10-30T14:15:48.098" v="83" actId="1076"/>
          <ac:spMkLst>
            <pc:docMk/>
            <pc:sldMk cId="0" sldId="566"/>
            <ac:spMk id="26" creationId="{12E5B7D0-A864-40A2-59E7-C5A37AA12222}"/>
          </ac:spMkLst>
        </pc:spChg>
      </pc:sldChg>
      <pc:sldChg chg="addSp delSp modSp mod modTransition modNotesTx">
        <pc:chgData name="Zhang, Wenqing" userId="7e3fea07-7d49-48e7-8490-23cbda0d89b5" providerId="ADAL" clId="{61A23003-75C7-4AD4-AA64-6F927E14B16C}" dt="2024-10-31T09:27:47.188" v="1606"/>
        <pc:sldMkLst>
          <pc:docMk/>
          <pc:sldMk cId="0" sldId="571"/>
        </pc:sldMkLst>
        <pc:spChg chg="mod">
          <ac:chgData name="Zhang, Wenqing" userId="7e3fea07-7d49-48e7-8490-23cbda0d89b5" providerId="ADAL" clId="{61A23003-75C7-4AD4-AA64-6F927E14B16C}" dt="2024-10-30T16:51:58.655" v="786" actId="20577"/>
          <ac:spMkLst>
            <pc:docMk/>
            <pc:sldMk cId="0" sldId="571"/>
            <ac:spMk id="5" creationId="{00000000-0000-0000-0000-000000000000}"/>
          </ac:spMkLst>
        </pc:spChg>
        <pc:spChg chg="del">
          <ac:chgData name="Zhang, Wenqing" userId="7e3fea07-7d49-48e7-8490-23cbda0d89b5" providerId="ADAL" clId="{61A23003-75C7-4AD4-AA64-6F927E14B16C}" dt="2024-10-30T16:52:19.582" v="787" actId="478"/>
          <ac:spMkLst>
            <pc:docMk/>
            <pc:sldMk cId="0" sldId="571"/>
            <ac:spMk id="8" creationId="{45D59A3A-DD94-9052-1FFC-6B152E9112ED}"/>
          </ac:spMkLst>
        </pc:spChg>
        <pc:spChg chg="del">
          <ac:chgData name="Zhang, Wenqing" userId="7e3fea07-7d49-48e7-8490-23cbda0d89b5" providerId="ADAL" clId="{61A23003-75C7-4AD4-AA64-6F927E14B16C}" dt="2024-10-30T16:52:22.326" v="789" actId="478"/>
          <ac:spMkLst>
            <pc:docMk/>
            <pc:sldMk cId="0" sldId="571"/>
            <ac:spMk id="14" creationId="{8EDA1E22-A2F3-2607-C9AD-99A717B7C580}"/>
          </ac:spMkLst>
        </pc:spChg>
        <pc:graphicFrameChg chg="add mod modGraphic">
          <ac:chgData name="Zhang, Wenqing" userId="7e3fea07-7d49-48e7-8490-23cbda0d89b5" providerId="ADAL" clId="{61A23003-75C7-4AD4-AA64-6F927E14B16C}" dt="2024-10-30T16:53:08.469" v="800" actId="242"/>
          <ac:graphicFrameMkLst>
            <pc:docMk/>
            <pc:sldMk cId="0" sldId="571"/>
            <ac:graphicFrameMk id="3" creationId="{5ECA02BE-19B9-F01B-39E2-7980E5426FED}"/>
          </ac:graphicFrameMkLst>
        </pc:graphicFrameChg>
        <pc:picChg chg="del">
          <ac:chgData name="Zhang, Wenqing" userId="7e3fea07-7d49-48e7-8490-23cbda0d89b5" providerId="ADAL" clId="{61A23003-75C7-4AD4-AA64-6F927E14B16C}" dt="2024-10-30T16:52:20.382" v="788" actId="478"/>
          <ac:picMkLst>
            <pc:docMk/>
            <pc:sldMk cId="0" sldId="571"/>
            <ac:picMk id="3077" creationId="{F5ABEDF8-BE76-655E-012E-F2C970A40C3C}"/>
          </ac:picMkLst>
        </pc:picChg>
      </pc:sldChg>
      <pc:sldChg chg="modTransition">
        <pc:chgData name="Zhang, Wenqing" userId="7e3fea07-7d49-48e7-8490-23cbda0d89b5" providerId="ADAL" clId="{61A23003-75C7-4AD4-AA64-6F927E14B16C}" dt="2024-10-31T09:27:47.188" v="1606"/>
        <pc:sldMkLst>
          <pc:docMk/>
          <pc:sldMk cId="0" sldId="579"/>
        </pc:sldMkLst>
      </pc:sldChg>
      <pc:sldChg chg="modSp mod modTransition">
        <pc:chgData name="Zhang, Wenqing" userId="7e3fea07-7d49-48e7-8490-23cbda0d89b5" providerId="ADAL" clId="{61A23003-75C7-4AD4-AA64-6F927E14B16C}" dt="2024-10-31T09:27:47.188" v="1606"/>
        <pc:sldMkLst>
          <pc:docMk/>
          <pc:sldMk cId="0" sldId="584"/>
        </pc:sldMkLst>
        <pc:spChg chg="mod">
          <ac:chgData name="Zhang, Wenqing" userId="7e3fea07-7d49-48e7-8490-23cbda0d89b5" providerId="ADAL" clId="{61A23003-75C7-4AD4-AA64-6F927E14B16C}" dt="2024-10-30T16:10:06.083" v="300" actId="1076"/>
          <ac:spMkLst>
            <pc:docMk/>
            <pc:sldMk cId="0" sldId="584"/>
            <ac:spMk id="2" creationId="{00000000-0000-0000-0000-000000000000}"/>
          </ac:spMkLst>
        </pc:spChg>
        <pc:spChg chg="mod">
          <ac:chgData name="Zhang, Wenqing" userId="7e3fea07-7d49-48e7-8490-23cbda0d89b5" providerId="ADAL" clId="{61A23003-75C7-4AD4-AA64-6F927E14B16C}" dt="2024-10-30T16:11:27.875" v="357" actId="20577"/>
          <ac:spMkLst>
            <pc:docMk/>
            <pc:sldMk cId="0" sldId="584"/>
            <ac:spMk id="10" creationId="{8D4446E8-2743-3E56-72BD-C14FAB6B122A}"/>
          </ac:spMkLst>
        </pc:spChg>
        <pc:cxnChg chg="mod">
          <ac:chgData name="Zhang, Wenqing" userId="7e3fea07-7d49-48e7-8490-23cbda0d89b5" providerId="ADAL" clId="{61A23003-75C7-4AD4-AA64-6F927E14B16C}" dt="2024-10-30T16:10:22.502" v="302" actId="1076"/>
          <ac:cxnSpMkLst>
            <pc:docMk/>
            <pc:sldMk cId="0" sldId="584"/>
            <ac:cxnSpMk id="9" creationId="{C25E5659-D13B-D0EB-A4A4-0991FD3FEB19}"/>
          </ac:cxnSpMkLst>
        </pc:cxnChg>
      </pc:sldChg>
      <pc:sldChg chg="addSp delSp modSp del mod modNotesTx">
        <pc:chgData name="Zhang, Wenqing" userId="7e3fea07-7d49-48e7-8490-23cbda0d89b5" providerId="ADAL" clId="{61A23003-75C7-4AD4-AA64-6F927E14B16C}" dt="2024-10-31T08:47:44.009" v="1566" actId="47"/>
        <pc:sldMkLst>
          <pc:docMk/>
          <pc:sldMk cId="1035324230" sldId="585"/>
        </pc:sldMkLst>
        <pc:spChg chg="mod">
          <ac:chgData name="Zhang, Wenqing" userId="7e3fea07-7d49-48e7-8490-23cbda0d89b5" providerId="ADAL" clId="{61A23003-75C7-4AD4-AA64-6F927E14B16C}" dt="2024-10-30T16:13:36.625" v="370" actId="20577"/>
          <ac:spMkLst>
            <pc:docMk/>
            <pc:sldMk cId="1035324230" sldId="585"/>
            <ac:spMk id="2" creationId="{648FF744-B123-AA89-7308-39F399F21367}"/>
          </ac:spMkLst>
        </pc:spChg>
        <pc:spChg chg="add mod">
          <ac:chgData name="Zhang, Wenqing" userId="7e3fea07-7d49-48e7-8490-23cbda0d89b5" providerId="ADAL" clId="{61A23003-75C7-4AD4-AA64-6F927E14B16C}" dt="2024-10-30T16:25:27.229" v="507" actId="20577"/>
          <ac:spMkLst>
            <pc:docMk/>
            <pc:sldMk cId="1035324230" sldId="585"/>
            <ac:spMk id="3" creationId="{D15E4C19-684B-2372-A9E2-7529DF37023A}"/>
          </ac:spMkLst>
        </pc:spChg>
        <pc:spChg chg="add mod">
          <ac:chgData name="Zhang, Wenqing" userId="7e3fea07-7d49-48e7-8490-23cbda0d89b5" providerId="ADAL" clId="{61A23003-75C7-4AD4-AA64-6F927E14B16C}" dt="2024-10-30T16:43:17.125" v="598" actId="20577"/>
          <ac:spMkLst>
            <pc:docMk/>
            <pc:sldMk cId="1035324230" sldId="585"/>
            <ac:spMk id="6" creationId="{A088D5C1-7C92-9483-AC4B-CA517FF33DCD}"/>
          </ac:spMkLst>
        </pc:spChg>
        <pc:spChg chg="add mod">
          <ac:chgData name="Zhang, Wenqing" userId="7e3fea07-7d49-48e7-8490-23cbda0d89b5" providerId="ADAL" clId="{61A23003-75C7-4AD4-AA64-6F927E14B16C}" dt="2024-10-30T16:46:19.422" v="637" actId="1076"/>
          <ac:spMkLst>
            <pc:docMk/>
            <pc:sldMk cId="1035324230" sldId="585"/>
            <ac:spMk id="8" creationId="{B1F562F9-F1A9-A5B5-FCEF-AE939E396D3A}"/>
          </ac:spMkLst>
        </pc:spChg>
        <pc:spChg chg="add mod">
          <ac:chgData name="Zhang, Wenqing" userId="7e3fea07-7d49-48e7-8490-23cbda0d89b5" providerId="ADAL" clId="{61A23003-75C7-4AD4-AA64-6F927E14B16C}" dt="2024-10-30T16:47:47.878" v="666" actId="1076"/>
          <ac:spMkLst>
            <pc:docMk/>
            <pc:sldMk cId="1035324230" sldId="585"/>
            <ac:spMk id="10" creationId="{E55730F4-D766-97E8-99B0-E598EB8073BB}"/>
          </ac:spMkLst>
        </pc:spChg>
        <pc:spChg chg="add">
          <ac:chgData name="Zhang, Wenqing" userId="7e3fea07-7d49-48e7-8490-23cbda0d89b5" providerId="ADAL" clId="{61A23003-75C7-4AD4-AA64-6F927E14B16C}" dt="2024-10-30T16:32:48.727" v="534"/>
          <ac:spMkLst>
            <pc:docMk/>
            <pc:sldMk cId="1035324230" sldId="585"/>
            <ac:spMk id="11" creationId="{53DB5FA3-F899-6B7C-0E0F-2564F1408E2C}"/>
          </ac:spMkLst>
        </pc:spChg>
        <pc:spChg chg="add mod ord">
          <ac:chgData name="Zhang, Wenqing" userId="7e3fea07-7d49-48e7-8490-23cbda0d89b5" providerId="ADAL" clId="{61A23003-75C7-4AD4-AA64-6F927E14B16C}" dt="2024-10-30T16:42:40.425" v="591" actId="167"/>
          <ac:spMkLst>
            <pc:docMk/>
            <pc:sldMk cId="1035324230" sldId="585"/>
            <ac:spMk id="19" creationId="{411C33E5-DF1C-01BE-6BBE-CEC962E4B209}"/>
          </ac:spMkLst>
        </pc:spChg>
        <pc:spChg chg="add mod ord">
          <ac:chgData name="Zhang, Wenqing" userId="7e3fea07-7d49-48e7-8490-23cbda0d89b5" providerId="ADAL" clId="{61A23003-75C7-4AD4-AA64-6F927E14B16C}" dt="2024-10-30T16:44:58.904" v="618" actId="1076"/>
          <ac:spMkLst>
            <pc:docMk/>
            <pc:sldMk cId="1035324230" sldId="585"/>
            <ac:spMk id="20" creationId="{A12F361F-BC9B-E769-F564-6A5BB4CAC9B2}"/>
          </ac:spMkLst>
        </pc:spChg>
        <pc:spChg chg="add mod ord">
          <ac:chgData name="Zhang, Wenqing" userId="7e3fea07-7d49-48e7-8490-23cbda0d89b5" providerId="ADAL" clId="{61A23003-75C7-4AD4-AA64-6F927E14B16C}" dt="2024-10-30T16:47:17.576" v="658" actId="1076"/>
          <ac:spMkLst>
            <pc:docMk/>
            <pc:sldMk cId="1035324230" sldId="585"/>
            <ac:spMk id="21" creationId="{7B1EDB23-B5C8-F405-2EDB-95AF68F1AC57}"/>
          </ac:spMkLst>
        </pc:spChg>
        <pc:graphicFrameChg chg="del">
          <ac:chgData name="Zhang, Wenqing" userId="7e3fea07-7d49-48e7-8490-23cbda0d89b5" providerId="ADAL" clId="{61A23003-75C7-4AD4-AA64-6F927E14B16C}" dt="2024-10-30T16:25:13.092" v="491" actId="478"/>
          <ac:graphicFrameMkLst>
            <pc:docMk/>
            <pc:sldMk cId="1035324230" sldId="585"/>
            <ac:graphicFrameMk id="12" creationId="{3A491E26-E1B0-9198-9D6E-CE1FF3456A28}"/>
          </ac:graphicFrameMkLst>
        </pc:graphicFrameChg>
        <pc:picChg chg="add mod">
          <ac:chgData name="Zhang, Wenqing" userId="7e3fea07-7d49-48e7-8490-23cbda0d89b5" providerId="ADAL" clId="{61A23003-75C7-4AD4-AA64-6F927E14B16C}" dt="2024-10-30T16:43:36.841" v="600" actId="207"/>
          <ac:picMkLst>
            <pc:docMk/>
            <pc:sldMk cId="1035324230" sldId="585"/>
            <ac:picMk id="14" creationId="{5368474B-2DEB-11AF-503C-D82C5FA0C599}"/>
          </ac:picMkLst>
        </pc:picChg>
        <pc:picChg chg="add mod">
          <ac:chgData name="Zhang, Wenqing" userId="7e3fea07-7d49-48e7-8490-23cbda0d89b5" providerId="ADAL" clId="{61A23003-75C7-4AD4-AA64-6F927E14B16C}" dt="2024-10-30T16:47:33.043" v="661" actId="207"/>
          <ac:picMkLst>
            <pc:docMk/>
            <pc:sldMk cId="1035324230" sldId="585"/>
            <ac:picMk id="16" creationId="{8B3A3CB4-5646-DD03-E5FA-D9CAB74C3DD7}"/>
          </ac:picMkLst>
        </pc:picChg>
        <pc:picChg chg="add mod">
          <ac:chgData name="Zhang, Wenqing" userId="7e3fea07-7d49-48e7-8490-23cbda0d89b5" providerId="ADAL" clId="{61A23003-75C7-4AD4-AA64-6F927E14B16C}" dt="2024-10-30T16:45:03.478" v="619" actId="1076"/>
          <ac:picMkLst>
            <pc:docMk/>
            <pc:sldMk cId="1035324230" sldId="585"/>
            <ac:picMk id="18" creationId="{1FF9C2C3-54FB-01A6-8BC0-68192ECD64B3}"/>
          </ac:picMkLst>
        </pc:picChg>
      </pc:sldChg>
      <pc:sldChg chg="del">
        <pc:chgData name="Zhang, Wenqing" userId="7e3fea07-7d49-48e7-8490-23cbda0d89b5" providerId="ADAL" clId="{61A23003-75C7-4AD4-AA64-6F927E14B16C}" dt="2024-10-30T16:47:57.635" v="667" actId="47"/>
        <pc:sldMkLst>
          <pc:docMk/>
          <pc:sldMk cId="2459786615" sldId="586"/>
        </pc:sldMkLst>
      </pc:sldChg>
      <pc:sldChg chg="addSp modSp mod modTransition modNotesTx">
        <pc:chgData name="Zhang, Wenqing" userId="7e3fea07-7d49-48e7-8490-23cbda0d89b5" providerId="ADAL" clId="{61A23003-75C7-4AD4-AA64-6F927E14B16C}" dt="2024-10-31T09:27:47.188" v="1606"/>
        <pc:sldMkLst>
          <pc:docMk/>
          <pc:sldMk cId="3307842217" sldId="588"/>
        </pc:sldMkLst>
        <pc:spChg chg="mod">
          <ac:chgData name="Zhang, Wenqing" userId="7e3fea07-7d49-48e7-8490-23cbda0d89b5" providerId="ADAL" clId="{61A23003-75C7-4AD4-AA64-6F927E14B16C}" dt="2024-10-30T16:48:47.950" v="683" actId="20577"/>
          <ac:spMkLst>
            <pc:docMk/>
            <pc:sldMk cId="3307842217" sldId="588"/>
            <ac:spMk id="2" creationId="{AF55FDBC-5134-555F-F416-73855CFE08A0}"/>
          </ac:spMkLst>
        </pc:spChg>
        <pc:spChg chg="add mod">
          <ac:chgData name="Zhang, Wenqing" userId="7e3fea07-7d49-48e7-8490-23cbda0d89b5" providerId="ADAL" clId="{61A23003-75C7-4AD4-AA64-6F927E14B16C}" dt="2024-10-30T16:46:29.050" v="639"/>
          <ac:spMkLst>
            <pc:docMk/>
            <pc:sldMk cId="3307842217" sldId="588"/>
            <ac:spMk id="3" creationId="{A0B6DBEA-7256-5898-E0EB-75C6BC8DE1DE}"/>
          </ac:spMkLst>
        </pc:spChg>
        <pc:spChg chg="add mod">
          <ac:chgData name="Zhang, Wenqing" userId="7e3fea07-7d49-48e7-8490-23cbda0d89b5" providerId="ADAL" clId="{61A23003-75C7-4AD4-AA64-6F927E14B16C}" dt="2024-10-30T16:49:13.006" v="742" actId="14100"/>
          <ac:spMkLst>
            <pc:docMk/>
            <pc:sldMk cId="3307842217" sldId="588"/>
            <ac:spMk id="5" creationId="{62027534-14B5-17C1-569E-058D923BAB8C}"/>
          </ac:spMkLst>
        </pc:spChg>
        <pc:spChg chg="mod">
          <ac:chgData name="Zhang, Wenqing" userId="7e3fea07-7d49-48e7-8490-23cbda0d89b5" providerId="ADAL" clId="{61A23003-75C7-4AD4-AA64-6F927E14B16C}" dt="2024-10-30T16:50:34.308" v="752" actId="1076"/>
          <ac:spMkLst>
            <pc:docMk/>
            <pc:sldMk cId="3307842217" sldId="588"/>
            <ac:spMk id="10" creationId="{08A7CB73-B1C8-7530-102A-F53CB6690DF1}"/>
          </ac:spMkLst>
        </pc:spChg>
      </pc:sldChg>
      <pc:sldChg chg="modSp mod modTransition">
        <pc:chgData name="Zhang, Wenqing" userId="7e3fea07-7d49-48e7-8490-23cbda0d89b5" providerId="ADAL" clId="{61A23003-75C7-4AD4-AA64-6F927E14B16C}" dt="2024-10-31T09:33:00.239" v="1664" actId="1076"/>
        <pc:sldMkLst>
          <pc:docMk/>
          <pc:sldMk cId="2290487555" sldId="597"/>
        </pc:sldMkLst>
        <pc:spChg chg="mod">
          <ac:chgData name="Zhang, Wenqing" userId="7e3fea07-7d49-48e7-8490-23cbda0d89b5" providerId="ADAL" clId="{61A23003-75C7-4AD4-AA64-6F927E14B16C}" dt="2024-10-31T06:48:39.765" v="1303" actId="20577"/>
          <ac:spMkLst>
            <pc:docMk/>
            <pc:sldMk cId="2290487555" sldId="597"/>
            <ac:spMk id="2" creationId="{00000000-0000-0000-0000-000000000000}"/>
          </ac:spMkLst>
        </pc:spChg>
        <pc:spChg chg="mod">
          <ac:chgData name="Zhang, Wenqing" userId="7e3fea07-7d49-48e7-8490-23cbda0d89b5" providerId="ADAL" clId="{61A23003-75C7-4AD4-AA64-6F927E14B16C}" dt="2024-10-31T09:33:00.239" v="1664" actId="1076"/>
          <ac:spMkLst>
            <pc:docMk/>
            <pc:sldMk cId="2290487555" sldId="597"/>
            <ac:spMk id="6" creationId="{1AF64683-3638-686F-A463-D9390E04A773}"/>
          </ac:spMkLst>
        </pc:spChg>
        <pc:cxnChg chg="mod">
          <ac:chgData name="Zhang, Wenqing" userId="7e3fea07-7d49-48e7-8490-23cbda0d89b5" providerId="ADAL" clId="{61A23003-75C7-4AD4-AA64-6F927E14B16C}" dt="2024-10-30T16:59:26.874" v="883" actId="1076"/>
          <ac:cxnSpMkLst>
            <pc:docMk/>
            <pc:sldMk cId="2290487555" sldId="597"/>
            <ac:cxnSpMk id="3" creationId="{2C03553B-35C4-3BF0-A01E-184877FC9BCD}"/>
          </ac:cxnSpMkLst>
        </pc:cxnChg>
      </pc:sldChg>
      <pc:sldChg chg="modTransition">
        <pc:chgData name="Zhang, Wenqing" userId="7e3fea07-7d49-48e7-8490-23cbda0d89b5" providerId="ADAL" clId="{61A23003-75C7-4AD4-AA64-6F927E14B16C}" dt="2024-10-31T09:27:47.188" v="1606"/>
        <pc:sldMkLst>
          <pc:docMk/>
          <pc:sldMk cId="3064858371" sldId="609"/>
        </pc:sldMkLst>
      </pc:sldChg>
      <pc:sldChg chg="modTransition">
        <pc:chgData name="Zhang, Wenqing" userId="7e3fea07-7d49-48e7-8490-23cbda0d89b5" providerId="ADAL" clId="{61A23003-75C7-4AD4-AA64-6F927E14B16C}" dt="2024-10-31T09:27:47.188" v="1606"/>
        <pc:sldMkLst>
          <pc:docMk/>
          <pc:sldMk cId="1757293745" sldId="611"/>
        </pc:sldMkLst>
      </pc:sldChg>
      <pc:sldChg chg="modTransition">
        <pc:chgData name="Zhang, Wenqing" userId="7e3fea07-7d49-48e7-8490-23cbda0d89b5" providerId="ADAL" clId="{61A23003-75C7-4AD4-AA64-6F927E14B16C}" dt="2024-10-31T09:27:47.188" v="1606"/>
        <pc:sldMkLst>
          <pc:docMk/>
          <pc:sldMk cId="3322160216" sldId="617"/>
        </pc:sldMkLst>
      </pc:sldChg>
      <pc:sldChg chg="delSp modSp mod modTransition">
        <pc:chgData name="Zhang, Wenqing" userId="7e3fea07-7d49-48e7-8490-23cbda0d89b5" providerId="ADAL" clId="{61A23003-75C7-4AD4-AA64-6F927E14B16C}" dt="2024-10-31T09:27:47.188" v="1606"/>
        <pc:sldMkLst>
          <pc:docMk/>
          <pc:sldMk cId="2960840767" sldId="621"/>
        </pc:sldMkLst>
        <pc:spChg chg="mod">
          <ac:chgData name="Zhang, Wenqing" userId="7e3fea07-7d49-48e7-8490-23cbda0d89b5" providerId="ADAL" clId="{61A23003-75C7-4AD4-AA64-6F927E14B16C}" dt="2024-10-31T06:56:38.981" v="1329" actId="1076"/>
          <ac:spMkLst>
            <pc:docMk/>
            <pc:sldMk cId="2960840767" sldId="621"/>
            <ac:spMk id="2" creationId="{00000000-0000-0000-0000-000000000000}"/>
          </ac:spMkLst>
        </pc:spChg>
        <pc:spChg chg="del mod">
          <ac:chgData name="Zhang, Wenqing" userId="7e3fea07-7d49-48e7-8490-23cbda0d89b5" providerId="ADAL" clId="{61A23003-75C7-4AD4-AA64-6F927E14B16C}" dt="2024-10-31T06:56:48.454" v="1331" actId="478"/>
          <ac:spMkLst>
            <pc:docMk/>
            <pc:sldMk cId="2960840767" sldId="621"/>
            <ac:spMk id="6" creationId="{1AF64683-3638-686F-A463-D9390E04A773}"/>
          </ac:spMkLst>
        </pc:spChg>
        <pc:cxnChg chg="mod">
          <ac:chgData name="Zhang, Wenqing" userId="7e3fea07-7d49-48e7-8490-23cbda0d89b5" providerId="ADAL" clId="{61A23003-75C7-4AD4-AA64-6F927E14B16C}" dt="2024-10-31T06:56:44.632" v="1330" actId="1076"/>
          <ac:cxnSpMkLst>
            <pc:docMk/>
            <pc:sldMk cId="2960840767" sldId="621"/>
            <ac:cxnSpMk id="3" creationId="{2C03553B-35C4-3BF0-A01E-184877FC9BCD}"/>
          </ac:cxnSpMkLst>
        </pc:cxnChg>
      </pc:sldChg>
      <pc:sldChg chg="addSp delSp modSp mod modTransition modNotesTx">
        <pc:chgData name="Zhang, Wenqing" userId="7e3fea07-7d49-48e7-8490-23cbda0d89b5" providerId="ADAL" clId="{61A23003-75C7-4AD4-AA64-6F927E14B16C}" dt="2024-10-31T09:27:47.188" v="1606"/>
        <pc:sldMkLst>
          <pc:docMk/>
          <pc:sldMk cId="1134047859" sldId="622"/>
        </pc:sldMkLst>
        <pc:spChg chg="mod">
          <ac:chgData name="Zhang, Wenqing" userId="7e3fea07-7d49-48e7-8490-23cbda0d89b5" providerId="ADAL" clId="{61A23003-75C7-4AD4-AA64-6F927E14B16C}" dt="2024-10-31T06:56:53.381" v="1332" actId="20577"/>
          <ac:spMkLst>
            <pc:docMk/>
            <pc:sldMk cId="1134047859" sldId="622"/>
            <ac:spMk id="2" creationId="{94F307E5-8BF3-25D2-DB7E-AAF2CB408181}"/>
          </ac:spMkLst>
        </pc:spChg>
        <pc:spChg chg="del">
          <ac:chgData name="Zhang, Wenqing" userId="7e3fea07-7d49-48e7-8490-23cbda0d89b5" providerId="ADAL" clId="{61A23003-75C7-4AD4-AA64-6F927E14B16C}" dt="2024-10-30T17:16:16.281" v="896" actId="478"/>
          <ac:spMkLst>
            <pc:docMk/>
            <pc:sldMk cId="1134047859" sldId="622"/>
            <ac:spMk id="3" creationId="{23A7676C-6926-6D64-88EE-51F2C50B04AB}"/>
          </ac:spMkLst>
        </pc:spChg>
        <pc:spChg chg="add del mod">
          <ac:chgData name="Zhang, Wenqing" userId="7e3fea07-7d49-48e7-8490-23cbda0d89b5" providerId="ADAL" clId="{61A23003-75C7-4AD4-AA64-6F927E14B16C}" dt="2024-10-30T17:16:18.570" v="898" actId="478"/>
          <ac:spMkLst>
            <pc:docMk/>
            <pc:sldMk cId="1134047859" sldId="622"/>
            <ac:spMk id="6" creationId="{4D31FF21-3C14-B8A8-1264-8AB85440A22E}"/>
          </ac:spMkLst>
        </pc:spChg>
        <pc:spChg chg="add mod">
          <ac:chgData name="Zhang, Wenqing" userId="7e3fea07-7d49-48e7-8490-23cbda0d89b5" providerId="ADAL" clId="{61A23003-75C7-4AD4-AA64-6F927E14B16C}" dt="2024-10-30T17:28:05.630" v="1004" actId="1076"/>
          <ac:spMkLst>
            <pc:docMk/>
            <pc:sldMk cId="1134047859" sldId="622"/>
            <ac:spMk id="7" creationId="{ECEA36E9-5D4C-84A4-F2C4-C6CB447D5295}"/>
          </ac:spMkLst>
        </pc:spChg>
        <pc:spChg chg="add mod">
          <ac:chgData name="Zhang, Wenqing" userId="7e3fea07-7d49-48e7-8490-23cbda0d89b5" providerId="ADAL" clId="{61A23003-75C7-4AD4-AA64-6F927E14B16C}" dt="2024-10-30T17:22:36.215" v="964" actId="2710"/>
          <ac:spMkLst>
            <pc:docMk/>
            <pc:sldMk cId="1134047859" sldId="622"/>
            <ac:spMk id="13" creationId="{0F2629A0-2D5B-4D9C-FD1A-231135DE8E2A}"/>
          </ac:spMkLst>
        </pc:spChg>
        <pc:graphicFrameChg chg="add del mod">
          <ac:chgData name="Zhang, Wenqing" userId="7e3fea07-7d49-48e7-8490-23cbda0d89b5" providerId="ADAL" clId="{61A23003-75C7-4AD4-AA64-6F927E14B16C}" dt="2024-10-30T17:17:50.098" v="905" actId="478"/>
          <ac:graphicFrameMkLst>
            <pc:docMk/>
            <pc:sldMk cId="1134047859" sldId="622"/>
            <ac:graphicFrameMk id="9" creationId="{4EAD3138-36EF-6FCF-4695-BAC884B69BED}"/>
          </ac:graphicFrameMkLst>
        </pc:graphicFrameChg>
        <pc:graphicFrameChg chg="add del mod">
          <ac:chgData name="Zhang, Wenqing" userId="7e3fea07-7d49-48e7-8490-23cbda0d89b5" providerId="ADAL" clId="{61A23003-75C7-4AD4-AA64-6F927E14B16C}" dt="2024-10-30T17:18:15.271" v="909" actId="478"/>
          <ac:graphicFrameMkLst>
            <pc:docMk/>
            <pc:sldMk cId="1134047859" sldId="622"/>
            <ac:graphicFrameMk id="10" creationId="{30298948-60AE-CFF2-40DD-5B9846ABE752}"/>
          </ac:graphicFrameMkLst>
        </pc:graphicFrameChg>
        <pc:picChg chg="add mod">
          <ac:chgData name="Zhang, Wenqing" userId="7e3fea07-7d49-48e7-8490-23cbda0d89b5" providerId="ADAL" clId="{61A23003-75C7-4AD4-AA64-6F927E14B16C}" dt="2024-10-30T17:21:24.695" v="948" actId="1076"/>
          <ac:picMkLst>
            <pc:docMk/>
            <pc:sldMk cId="1134047859" sldId="622"/>
            <ac:picMk id="8" creationId="{1F350CEB-F9BF-940F-D180-B0D63CED2A8D}"/>
          </ac:picMkLst>
        </pc:picChg>
        <pc:picChg chg="add mod">
          <ac:chgData name="Zhang, Wenqing" userId="7e3fea07-7d49-48e7-8490-23cbda0d89b5" providerId="ADAL" clId="{61A23003-75C7-4AD4-AA64-6F927E14B16C}" dt="2024-10-30T17:19:10.050" v="934" actId="14100"/>
          <ac:picMkLst>
            <pc:docMk/>
            <pc:sldMk cId="1134047859" sldId="622"/>
            <ac:picMk id="11" creationId="{536E921A-E1EA-96FB-3D8C-3446C5A4B763}"/>
          </ac:picMkLst>
        </pc:picChg>
        <pc:picChg chg="add mod">
          <ac:chgData name="Zhang, Wenqing" userId="7e3fea07-7d49-48e7-8490-23cbda0d89b5" providerId="ADAL" clId="{61A23003-75C7-4AD4-AA64-6F927E14B16C}" dt="2024-10-30T17:19:17.922" v="937" actId="1076"/>
          <ac:picMkLst>
            <pc:docMk/>
            <pc:sldMk cId="1134047859" sldId="622"/>
            <ac:picMk id="12" creationId="{AADD3AF4-6DE6-861E-7BE2-A6EF8E54FCFA}"/>
          </ac:picMkLst>
        </pc:picChg>
        <pc:picChg chg="add del mod">
          <ac:chgData name="Zhang, Wenqing" userId="7e3fea07-7d49-48e7-8490-23cbda0d89b5" providerId="ADAL" clId="{61A23003-75C7-4AD4-AA64-6F927E14B16C}" dt="2024-10-30T17:17:50.098" v="905" actId="478"/>
          <ac:picMkLst>
            <pc:docMk/>
            <pc:sldMk cId="1134047859" sldId="622"/>
            <ac:picMk id="5121" creationId="{89FAD521-55A0-327B-7028-3788D4C57CE3}"/>
          </ac:picMkLst>
        </pc:picChg>
        <pc:picChg chg="add del mod">
          <ac:chgData name="Zhang, Wenqing" userId="7e3fea07-7d49-48e7-8490-23cbda0d89b5" providerId="ADAL" clId="{61A23003-75C7-4AD4-AA64-6F927E14B16C}" dt="2024-10-30T17:17:50.098" v="905" actId="478"/>
          <ac:picMkLst>
            <pc:docMk/>
            <pc:sldMk cId="1134047859" sldId="622"/>
            <ac:picMk id="5122" creationId="{AB03546E-9DE3-80C2-87A7-B9A923192607}"/>
          </ac:picMkLst>
        </pc:picChg>
        <pc:picChg chg="add del mod">
          <ac:chgData name="Zhang, Wenqing" userId="7e3fea07-7d49-48e7-8490-23cbda0d89b5" providerId="ADAL" clId="{61A23003-75C7-4AD4-AA64-6F927E14B16C}" dt="2024-10-30T17:17:50.098" v="905" actId="478"/>
          <ac:picMkLst>
            <pc:docMk/>
            <pc:sldMk cId="1134047859" sldId="622"/>
            <ac:picMk id="5123" creationId="{B0171142-1859-1A1D-81E6-A16EA8D8E753}"/>
          </ac:picMkLst>
        </pc:picChg>
        <pc:picChg chg="add mod">
          <ac:chgData name="Zhang, Wenqing" userId="7e3fea07-7d49-48e7-8490-23cbda0d89b5" providerId="ADAL" clId="{61A23003-75C7-4AD4-AA64-6F927E14B16C}" dt="2024-10-30T17:19:15.590" v="936" actId="14100"/>
          <ac:picMkLst>
            <pc:docMk/>
            <pc:sldMk cId="1134047859" sldId="622"/>
            <ac:picMk id="5124" creationId="{47ACCDB7-93D2-77F4-158B-434E10820403}"/>
          </ac:picMkLst>
        </pc:picChg>
        <pc:picChg chg="add del mod">
          <ac:chgData name="Zhang, Wenqing" userId="7e3fea07-7d49-48e7-8490-23cbda0d89b5" providerId="ADAL" clId="{61A23003-75C7-4AD4-AA64-6F927E14B16C}" dt="2024-10-30T17:18:49.735" v="922" actId="478"/>
          <ac:picMkLst>
            <pc:docMk/>
            <pc:sldMk cId="1134047859" sldId="622"/>
            <ac:picMk id="5125" creationId="{635891C4-D144-8B1D-A3E3-8568DD4F7E2F}"/>
          </ac:picMkLst>
        </pc:picChg>
        <pc:picChg chg="add del mod">
          <ac:chgData name="Zhang, Wenqing" userId="7e3fea07-7d49-48e7-8490-23cbda0d89b5" providerId="ADAL" clId="{61A23003-75C7-4AD4-AA64-6F927E14B16C}" dt="2024-10-30T17:18:51.082" v="923" actId="478"/>
          <ac:picMkLst>
            <pc:docMk/>
            <pc:sldMk cId="1134047859" sldId="622"/>
            <ac:picMk id="5126" creationId="{CF51B4CC-2E45-56C8-7903-9F4D6DBF3726}"/>
          </ac:picMkLst>
        </pc:picChg>
      </pc:sldChg>
      <pc:sldChg chg="addSp delSp modSp mod modTransition modNotesTx">
        <pc:chgData name="Zhang, Wenqing" userId="7e3fea07-7d49-48e7-8490-23cbda0d89b5" providerId="ADAL" clId="{61A23003-75C7-4AD4-AA64-6F927E14B16C}" dt="2024-10-31T09:27:47.188" v="1606"/>
        <pc:sldMkLst>
          <pc:docMk/>
          <pc:sldMk cId="3649548488" sldId="623"/>
        </pc:sldMkLst>
        <pc:spChg chg="mod">
          <ac:chgData name="Zhang, Wenqing" userId="7e3fea07-7d49-48e7-8490-23cbda0d89b5" providerId="ADAL" clId="{61A23003-75C7-4AD4-AA64-6F927E14B16C}" dt="2024-10-31T06:56:56.919" v="1334" actId="20577"/>
          <ac:spMkLst>
            <pc:docMk/>
            <pc:sldMk cId="3649548488" sldId="623"/>
            <ac:spMk id="2" creationId="{D8FA4AC7-8BB4-B5DB-13A8-A744D8F6C051}"/>
          </ac:spMkLst>
        </pc:spChg>
        <pc:spChg chg="del mod">
          <ac:chgData name="Zhang, Wenqing" userId="7e3fea07-7d49-48e7-8490-23cbda0d89b5" providerId="ADAL" clId="{61A23003-75C7-4AD4-AA64-6F927E14B16C}" dt="2024-10-30T17:29:44.447" v="1011" actId="478"/>
          <ac:spMkLst>
            <pc:docMk/>
            <pc:sldMk cId="3649548488" sldId="623"/>
            <ac:spMk id="3" creationId="{B8FF1B88-7634-5B30-B235-BB4D81EAEE0B}"/>
          </ac:spMkLst>
        </pc:spChg>
        <pc:spChg chg="add mod">
          <ac:chgData name="Zhang, Wenqing" userId="7e3fea07-7d49-48e7-8490-23cbda0d89b5" providerId="ADAL" clId="{61A23003-75C7-4AD4-AA64-6F927E14B16C}" dt="2024-10-30T17:28:10.128" v="1005" actId="1076"/>
          <ac:spMkLst>
            <pc:docMk/>
            <pc:sldMk cId="3649548488" sldId="623"/>
            <ac:spMk id="6" creationId="{6AB78F0B-5834-A8AB-AEAF-ACB311D2A1A7}"/>
          </ac:spMkLst>
        </pc:spChg>
        <pc:spChg chg="add mod">
          <ac:chgData name="Zhang, Wenqing" userId="7e3fea07-7d49-48e7-8490-23cbda0d89b5" providerId="ADAL" clId="{61A23003-75C7-4AD4-AA64-6F927E14B16C}" dt="2024-10-30T17:32:13.313" v="1053" actId="14100"/>
          <ac:spMkLst>
            <pc:docMk/>
            <pc:sldMk cId="3649548488" sldId="623"/>
            <ac:spMk id="7" creationId="{A7E3206C-BD48-B498-9A48-50B765F6972E}"/>
          </ac:spMkLst>
        </pc:spChg>
        <pc:spChg chg="add del mod">
          <ac:chgData name="Zhang, Wenqing" userId="7e3fea07-7d49-48e7-8490-23cbda0d89b5" providerId="ADAL" clId="{61A23003-75C7-4AD4-AA64-6F927E14B16C}" dt="2024-10-30T17:29:57.669" v="1014" actId="478"/>
          <ac:spMkLst>
            <pc:docMk/>
            <pc:sldMk cId="3649548488" sldId="623"/>
            <ac:spMk id="9" creationId="{A7EA410E-A6CE-F58B-E635-1F37AEC599C6}"/>
          </ac:spMkLst>
        </pc:spChg>
        <pc:spChg chg="add mod">
          <ac:chgData name="Zhang, Wenqing" userId="7e3fea07-7d49-48e7-8490-23cbda0d89b5" providerId="ADAL" clId="{61A23003-75C7-4AD4-AA64-6F927E14B16C}" dt="2024-10-30T17:40:54.379" v="1107" actId="1076"/>
          <ac:spMkLst>
            <pc:docMk/>
            <pc:sldMk cId="3649548488" sldId="623"/>
            <ac:spMk id="11" creationId="{322D0DE1-7132-CE34-2830-4A1037F4A315}"/>
          </ac:spMkLst>
        </pc:spChg>
        <pc:spChg chg="del">
          <ac:chgData name="Zhang, Wenqing" userId="7e3fea07-7d49-48e7-8490-23cbda0d89b5" providerId="ADAL" clId="{61A23003-75C7-4AD4-AA64-6F927E14B16C}" dt="2024-10-30T17:23:31.613" v="979" actId="478"/>
          <ac:spMkLst>
            <pc:docMk/>
            <pc:sldMk cId="3649548488" sldId="623"/>
            <ac:spMk id="13" creationId="{ACADBFB3-423F-3214-7E3C-60E2DFB1D4E6}"/>
          </ac:spMkLst>
        </pc:spChg>
        <pc:picChg chg="add mod">
          <ac:chgData name="Zhang, Wenqing" userId="7e3fea07-7d49-48e7-8490-23cbda0d89b5" providerId="ADAL" clId="{61A23003-75C7-4AD4-AA64-6F927E14B16C}" dt="2024-10-30T17:31:22.716" v="1045" actId="1076"/>
          <ac:picMkLst>
            <pc:docMk/>
            <pc:sldMk cId="3649548488" sldId="623"/>
            <ac:picMk id="5" creationId="{6147B558-0945-44A5-EADF-DA875CB028A3}"/>
          </ac:picMkLst>
        </pc:picChg>
        <pc:picChg chg="del">
          <ac:chgData name="Zhang, Wenqing" userId="7e3fea07-7d49-48e7-8490-23cbda0d89b5" providerId="ADAL" clId="{61A23003-75C7-4AD4-AA64-6F927E14B16C}" dt="2024-10-30T17:23:30.355" v="978" actId="478"/>
          <ac:picMkLst>
            <pc:docMk/>
            <pc:sldMk cId="3649548488" sldId="623"/>
            <ac:picMk id="12" creationId="{2D5E627A-E784-626D-D6DA-41DDBD6BF627}"/>
          </ac:picMkLst>
        </pc:picChg>
      </pc:sldChg>
      <pc:sldChg chg="del">
        <pc:chgData name="Zhang, Wenqing" userId="7e3fea07-7d49-48e7-8490-23cbda0d89b5" providerId="ADAL" clId="{61A23003-75C7-4AD4-AA64-6F927E14B16C}" dt="2024-10-31T06:33:53.203" v="1240" actId="47"/>
        <pc:sldMkLst>
          <pc:docMk/>
          <pc:sldMk cId="2417939236" sldId="624"/>
        </pc:sldMkLst>
      </pc:sldChg>
      <pc:sldChg chg="del">
        <pc:chgData name="Zhang, Wenqing" userId="7e3fea07-7d49-48e7-8490-23cbda0d89b5" providerId="ADAL" clId="{61A23003-75C7-4AD4-AA64-6F927E14B16C}" dt="2024-10-31T06:33:55.045" v="1241" actId="47"/>
        <pc:sldMkLst>
          <pc:docMk/>
          <pc:sldMk cId="3413551660" sldId="625"/>
        </pc:sldMkLst>
      </pc:sldChg>
      <pc:sldChg chg="modSp mod modTransition modNotesTx">
        <pc:chgData name="Zhang, Wenqing" userId="7e3fea07-7d49-48e7-8490-23cbda0d89b5" providerId="ADAL" clId="{61A23003-75C7-4AD4-AA64-6F927E14B16C}" dt="2024-10-31T09:27:47.188" v="1606"/>
        <pc:sldMkLst>
          <pc:docMk/>
          <pc:sldMk cId="1016260604" sldId="626"/>
        </pc:sldMkLst>
        <pc:spChg chg="mod">
          <ac:chgData name="Zhang, Wenqing" userId="7e3fea07-7d49-48e7-8490-23cbda0d89b5" providerId="ADAL" clId="{61A23003-75C7-4AD4-AA64-6F927E14B16C}" dt="2024-10-31T07:04:39.171" v="1408" actId="20577"/>
          <ac:spMkLst>
            <pc:docMk/>
            <pc:sldMk cId="1016260604" sldId="626"/>
            <ac:spMk id="2" creationId="{C3BE4636-6D65-3235-EC78-30EF336F33E8}"/>
          </ac:spMkLst>
        </pc:spChg>
      </pc:sldChg>
      <pc:sldChg chg="del">
        <pc:chgData name="Zhang, Wenqing" userId="7e3fea07-7d49-48e7-8490-23cbda0d89b5" providerId="ADAL" clId="{61A23003-75C7-4AD4-AA64-6F927E14B16C}" dt="2024-10-31T06:33:58.128" v="1242" actId="47"/>
        <pc:sldMkLst>
          <pc:docMk/>
          <pc:sldMk cId="1838298987" sldId="630"/>
        </pc:sldMkLst>
      </pc:sldChg>
      <pc:sldChg chg="modTransition">
        <pc:chgData name="Zhang, Wenqing" userId="7e3fea07-7d49-48e7-8490-23cbda0d89b5" providerId="ADAL" clId="{61A23003-75C7-4AD4-AA64-6F927E14B16C}" dt="2024-10-31T09:27:47.188" v="1606"/>
        <pc:sldMkLst>
          <pc:docMk/>
          <pc:sldMk cId="3977517236" sldId="631"/>
        </pc:sldMkLst>
      </pc:sldChg>
      <pc:sldChg chg="modTransition">
        <pc:chgData name="Zhang, Wenqing" userId="7e3fea07-7d49-48e7-8490-23cbda0d89b5" providerId="ADAL" clId="{61A23003-75C7-4AD4-AA64-6F927E14B16C}" dt="2024-10-31T09:27:47.188" v="1606"/>
        <pc:sldMkLst>
          <pc:docMk/>
          <pc:sldMk cId="3077131107" sldId="633"/>
        </pc:sldMkLst>
      </pc:sldChg>
      <pc:sldChg chg="addSp delSp modSp new mod modTransition modNotesTx">
        <pc:chgData name="Zhang, Wenqing" userId="7e3fea07-7d49-48e7-8490-23cbda0d89b5" providerId="ADAL" clId="{61A23003-75C7-4AD4-AA64-6F927E14B16C}" dt="2024-10-31T09:27:47.188" v="1606"/>
        <pc:sldMkLst>
          <pc:docMk/>
          <pc:sldMk cId="4215991805" sldId="635"/>
        </pc:sldMkLst>
        <pc:spChg chg="mod">
          <ac:chgData name="Zhang, Wenqing" userId="7e3fea07-7d49-48e7-8490-23cbda0d89b5" providerId="ADAL" clId="{61A23003-75C7-4AD4-AA64-6F927E14B16C}" dt="2024-10-30T16:16:48.351" v="388" actId="20577"/>
          <ac:spMkLst>
            <pc:docMk/>
            <pc:sldMk cId="4215991805" sldId="635"/>
            <ac:spMk id="2" creationId="{32373C1B-C063-F169-CCC5-F8954C29AD89}"/>
          </ac:spMkLst>
        </pc:spChg>
        <pc:spChg chg="mod">
          <ac:chgData name="Zhang, Wenqing" userId="7e3fea07-7d49-48e7-8490-23cbda0d89b5" providerId="ADAL" clId="{61A23003-75C7-4AD4-AA64-6F927E14B16C}" dt="2024-10-30T16:22:13.410" v="478" actId="1076"/>
          <ac:spMkLst>
            <pc:docMk/>
            <pc:sldMk cId="4215991805" sldId="635"/>
            <ac:spMk id="3" creationId="{A5CD0421-AC1C-4013-7D6B-B9FC2FF5313D}"/>
          </ac:spMkLst>
        </pc:spChg>
        <pc:spChg chg="add mod">
          <ac:chgData name="Zhang, Wenqing" userId="7e3fea07-7d49-48e7-8490-23cbda0d89b5" providerId="ADAL" clId="{61A23003-75C7-4AD4-AA64-6F927E14B16C}" dt="2024-10-30T16:24:17.995" v="490" actId="1076"/>
          <ac:spMkLst>
            <pc:docMk/>
            <pc:sldMk cId="4215991805" sldId="635"/>
            <ac:spMk id="6" creationId="{8CD0F96E-BFC5-29AE-7E99-C49907599815}"/>
          </ac:spMkLst>
        </pc:spChg>
        <pc:spChg chg="add">
          <ac:chgData name="Zhang, Wenqing" userId="7e3fea07-7d49-48e7-8490-23cbda0d89b5" providerId="ADAL" clId="{61A23003-75C7-4AD4-AA64-6F927E14B16C}" dt="2024-10-30T16:19:25.612" v="433"/>
          <ac:spMkLst>
            <pc:docMk/>
            <pc:sldMk cId="4215991805" sldId="635"/>
            <ac:spMk id="7" creationId="{DA2991BA-D235-BA7D-2BDB-CE7578563237}"/>
          </ac:spMkLst>
        </pc:spChg>
        <pc:spChg chg="add">
          <ac:chgData name="Zhang, Wenqing" userId="7e3fea07-7d49-48e7-8490-23cbda0d89b5" providerId="ADAL" clId="{61A23003-75C7-4AD4-AA64-6F927E14B16C}" dt="2024-10-30T16:19:27.439" v="434"/>
          <ac:spMkLst>
            <pc:docMk/>
            <pc:sldMk cId="4215991805" sldId="635"/>
            <ac:spMk id="8" creationId="{79ECF7C1-82E0-8485-7C0E-17E0CE04530A}"/>
          </ac:spMkLst>
        </pc:spChg>
        <pc:spChg chg="add del mod">
          <ac:chgData name="Zhang, Wenqing" userId="7e3fea07-7d49-48e7-8490-23cbda0d89b5" providerId="ADAL" clId="{61A23003-75C7-4AD4-AA64-6F927E14B16C}" dt="2024-10-30T16:20:48.967" v="458" actId="478"/>
          <ac:spMkLst>
            <pc:docMk/>
            <pc:sldMk cId="4215991805" sldId="635"/>
            <ac:spMk id="9" creationId="{94276639-792B-7EC7-348E-40BE2D4330A5}"/>
          </ac:spMkLst>
        </pc:spChg>
        <pc:spChg chg="add mod">
          <ac:chgData name="Zhang, Wenqing" userId="7e3fea07-7d49-48e7-8490-23cbda0d89b5" providerId="ADAL" clId="{61A23003-75C7-4AD4-AA64-6F927E14B16C}" dt="2024-10-30T16:24:17.995" v="490" actId="1076"/>
          <ac:spMkLst>
            <pc:docMk/>
            <pc:sldMk cId="4215991805" sldId="635"/>
            <ac:spMk id="10" creationId="{AA210A74-C2FD-457A-C8D3-AAB01817B7AF}"/>
          </ac:spMkLst>
        </pc:spChg>
        <pc:spChg chg="add mod">
          <ac:chgData name="Zhang, Wenqing" userId="7e3fea07-7d49-48e7-8490-23cbda0d89b5" providerId="ADAL" clId="{61A23003-75C7-4AD4-AA64-6F927E14B16C}" dt="2024-10-30T16:24:17.995" v="490" actId="1076"/>
          <ac:spMkLst>
            <pc:docMk/>
            <pc:sldMk cId="4215991805" sldId="635"/>
            <ac:spMk id="11" creationId="{CDAD6E67-2077-2A30-2432-F091B0AE6DA6}"/>
          </ac:spMkLst>
        </pc:spChg>
        <pc:spChg chg="add mod">
          <ac:chgData name="Zhang, Wenqing" userId="7e3fea07-7d49-48e7-8490-23cbda0d89b5" providerId="ADAL" clId="{61A23003-75C7-4AD4-AA64-6F927E14B16C}" dt="2024-10-30T16:24:17.995" v="490" actId="1076"/>
          <ac:spMkLst>
            <pc:docMk/>
            <pc:sldMk cId="4215991805" sldId="635"/>
            <ac:spMk id="12" creationId="{49203380-8A09-9884-6DDC-564817C3EBF8}"/>
          </ac:spMkLst>
        </pc:spChg>
        <pc:spChg chg="add del mod">
          <ac:chgData name="Zhang, Wenqing" userId="7e3fea07-7d49-48e7-8490-23cbda0d89b5" providerId="ADAL" clId="{61A23003-75C7-4AD4-AA64-6F927E14B16C}" dt="2024-10-30T16:23:14.604" v="480" actId="478"/>
          <ac:spMkLst>
            <pc:docMk/>
            <pc:sldMk cId="4215991805" sldId="635"/>
            <ac:spMk id="13" creationId="{0F56FF44-260B-B50E-1A44-334A78081165}"/>
          </ac:spMkLst>
        </pc:spChg>
        <pc:picChg chg="add mod">
          <ac:chgData name="Zhang, Wenqing" userId="7e3fea07-7d49-48e7-8490-23cbda0d89b5" providerId="ADAL" clId="{61A23003-75C7-4AD4-AA64-6F927E14B16C}" dt="2024-10-30T16:24:17.995" v="490" actId="1076"/>
          <ac:picMkLst>
            <pc:docMk/>
            <pc:sldMk cId="4215991805" sldId="635"/>
            <ac:picMk id="15" creationId="{F061ED3D-86E2-F5AA-D75E-04B741EE71C4}"/>
          </ac:picMkLst>
        </pc:picChg>
      </pc:sldChg>
      <pc:sldChg chg="addSp delSp modSp add del mod modNotesTx">
        <pc:chgData name="Zhang, Wenqing" userId="7e3fea07-7d49-48e7-8490-23cbda0d89b5" providerId="ADAL" clId="{61A23003-75C7-4AD4-AA64-6F927E14B16C}" dt="2024-10-31T08:12:27.598" v="1486" actId="2696"/>
        <pc:sldMkLst>
          <pc:docMk/>
          <pc:sldMk cId="983798664" sldId="636"/>
        </pc:sldMkLst>
        <pc:spChg chg="mod">
          <ac:chgData name="Zhang, Wenqing" userId="7e3fea07-7d49-48e7-8490-23cbda0d89b5" providerId="ADAL" clId="{61A23003-75C7-4AD4-AA64-6F927E14B16C}" dt="2024-10-31T06:57:01.142" v="1336" actId="20577"/>
          <ac:spMkLst>
            <pc:docMk/>
            <pc:sldMk cId="983798664" sldId="636"/>
            <ac:spMk id="2" creationId="{D2197ED2-A268-20C2-C213-6B57E2106402}"/>
          </ac:spMkLst>
        </pc:spChg>
        <pc:spChg chg="mod">
          <ac:chgData name="Zhang, Wenqing" userId="7e3fea07-7d49-48e7-8490-23cbda0d89b5" providerId="ADAL" clId="{61A23003-75C7-4AD4-AA64-6F927E14B16C}" dt="2024-10-30T17:32:49.836" v="1056"/>
          <ac:spMkLst>
            <pc:docMk/>
            <pc:sldMk cId="983798664" sldId="636"/>
            <ac:spMk id="6" creationId="{EB397B2B-1019-85C6-DC99-4F842CC19B62}"/>
          </ac:spMkLst>
        </pc:spChg>
        <pc:spChg chg="del">
          <ac:chgData name="Zhang, Wenqing" userId="7e3fea07-7d49-48e7-8490-23cbda0d89b5" providerId="ADAL" clId="{61A23003-75C7-4AD4-AA64-6F927E14B16C}" dt="2024-10-30T17:32:58.791" v="1058" actId="478"/>
          <ac:spMkLst>
            <pc:docMk/>
            <pc:sldMk cId="983798664" sldId="636"/>
            <ac:spMk id="7" creationId="{601DA381-50DC-7A6E-D636-F854AC0DA2FA}"/>
          </ac:spMkLst>
        </pc:spChg>
        <pc:spChg chg="add mod">
          <ac:chgData name="Zhang, Wenqing" userId="7e3fea07-7d49-48e7-8490-23cbda0d89b5" providerId="ADAL" clId="{61A23003-75C7-4AD4-AA64-6F927E14B16C}" dt="2024-10-30T17:37:46.439" v="1077" actId="5793"/>
          <ac:spMkLst>
            <pc:docMk/>
            <pc:sldMk cId="983798664" sldId="636"/>
            <ac:spMk id="8" creationId="{8D49440B-22BC-7062-1427-61A8AEB22EBA}"/>
          </ac:spMkLst>
        </pc:spChg>
        <pc:spChg chg="del">
          <ac:chgData name="Zhang, Wenqing" userId="7e3fea07-7d49-48e7-8490-23cbda0d89b5" providerId="ADAL" clId="{61A23003-75C7-4AD4-AA64-6F927E14B16C}" dt="2024-10-30T17:33:00.126" v="1059" actId="478"/>
          <ac:spMkLst>
            <pc:docMk/>
            <pc:sldMk cId="983798664" sldId="636"/>
            <ac:spMk id="11" creationId="{CD24F6A0-576F-7509-3C12-0CB804FC49E1}"/>
          </ac:spMkLst>
        </pc:spChg>
        <pc:picChg chg="add mod">
          <ac:chgData name="Zhang, Wenqing" userId="7e3fea07-7d49-48e7-8490-23cbda0d89b5" providerId="ADAL" clId="{61A23003-75C7-4AD4-AA64-6F927E14B16C}" dt="2024-10-30T17:33:04.893" v="1061" actId="1076"/>
          <ac:picMkLst>
            <pc:docMk/>
            <pc:sldMk cId="983798664" sldId="636"/>
            <ac:picMk id="3" creationId="{C890E17C-270C-A813-8AC9-0824D02783C0}"/>
          </ac:picMkLst>
        </pc:picChg>
        <pc:picChg chg="del">
          <ac:chgData name="Zhang, Wenqing" userId="7e3fea07-7d49-48e7-8490-23cbda0d89b5" providerId="ADAL" clId="{61A23003-75C7-4AD4-AA64-6F927E14B16C}" dt="2024-10-30T17:32:56.164" v="1057" actId="478"/>
          <ac:picMkLst>
            <pc:docMk/>
            <pc:sldMk cId="983798664" sldId="636"/>
            <ac:picMk id="5" creationId="{E0E0F171-9C7E-6D74-2AC8-306E4E0ADEF7}"/>
          </ac:picMkLst>
        </pc:picChg>
      </pc:sldChg>
      <pc:sldChg chg="addSp delSp modSp add mod modTransition modNotesTx">
        <pc:chgData name="Zhang, Wenqing" userId="7e3fea07-7d49-48e7-8490-23cbda0d89b5" providerId="ADAL" clId="{61A23003-75C7-4AD4-AA64-6F927E14B16C}" dt="2024-10-31T09:27:47.188" v="1606"/>
        <pc:sldMkLst>
          <pc:docMk/>
          <pc:sldMk cId="2969811421" sldId="637"/>
        </pc:sldMkLst>
        <pc:spChg chg="mod">
          <ac:chgData name="Zhang, Wenqing" userId="7e3fea07-7d49-48e7-8490-23cbda0d89b5" providerId="ADAL" clId="{61A23003-75C7-4AD4-AA64-6F927E14B16C}" dt="2024-10-31T06:57:06.063" v="1337" actId="20577"/>
          <ac:spMkLst>
            <pc:docMk/>
            <pc:sldMk cId="2969811421" sldId="637"/>
            <ac:spMk id="2" creationId="{34E25147-0C13-D9B3-D341-FF2DCF2215A7}"/>
          </ac:spMkLst>
        </pc:spChg>
        <pc:spChg chg="mod">
          <ac:chgData name="Zhang, Wenqing" userId="7e3fea07-7d49-48e7-8490-23cbda0d89b5" providerId="ADAL" clId="{61A23003-75C7-4AD4-AA64-6F927E14B16C}" dt="2024-10-30T17:38:54.824" v="1082"/>
          <ac:spMkLst>
            <pc:docMk/>
            <pc:sldMk cId="2969811421" sldId="637"/>
            <ac:spMk id="6" creationId="{DADE9E0A-FF33-0D5F-5185-38B18DA32161}"/>
          </ac:spMkLst>
        </pc:spChg>
        <pc:spChg chg="del">
          <ac:chgData name="Zhang, Wenqing" userId="7e3fea07-7d49-48e7-8490-23cbda0d89b5" providerId="ADAL" clId="{61A23003-75C7-4AD4-AA64-6F927E14B16C}" dt="2024-10-30T17:38:42.290" v="1081" actId="478"/>
          <ac:spMkLst>
            <pc:docMk/>
            <pc:sldMk cId="2969811421" sldId="637"/>
            <ac:spMk id="8" creationId="{E7D5AB38-7BCF-876D-BF31-750FBA46DC1D}"/>
          </ac:spMkLst>
        </pc:spChg>
        <pc:spChg chg="add mod">
          <ac:chgData name="Zhang, Wenqing" userId="7e3fea07-7d49-48e7-8490-23cbda0d89b5" providerId="ADAL" clId="{61A23003-75C7-4AD4-AA64-6F927E14B16C}" dt="2024-10-30T17:40:43.853" v="1104" actId="1076"/>
          <ac:spMkLst>
            <pc:docMk/>
            <pc:sldMk cId="2969811421" sldId="637"/>
            <ac:spMk id="9" creationId="{91B1396A-1521-9FF8-48A6-9D021FFC723D}"/>
          </ac:spMkLst>
        </pc:spChg>
        <pc:spChg chg="add mod">
          <ac:chgData name="Zhang, Wenqing" userId="7e3fea07-7d49-48e7-8490-23cbda0d89b5" providerId="ADAL" clId="{61A23003-75C7-4AD4-AA64-6F927E14B16C}" dt="2024-10-30T17:40:34.128" v="1101" actId="1076"/>
          <ac:spMkLst>
            <pc:docMk/>
            <pc:sldMk cId="2969811421" sldId="637"/>
            <ac:spMk id="10" creationId="{4A20658C-C729-B9D3-A3D3-FAE8055A2A62}"/>
          </ac:spMkLst>
        </pc:spChg>
        <pc:picChg chg="del">
          <ac:chgData name="Zhang, Wenqing" userId="7e3fea07-7d49-48e7-8490-23cbda0d89b5" providerId="ADAL" clId="{61A23003-75C7-4AD4-AA64-6F927E14B16C}" dt="2024-10-30T17:38:41.068" v="1080" actId="478"/>
          <ac:picMkLst>
            <pc:docMk/>
            <pc:sldMk cId="2969811421" sldId="637"/>
            <ac:picMk id="3" creationId="{CD6714E9-9246-28C7-F289-F7E4A8826398}"/>
          </ac:picMkLst>
        </pc:picChg>
        <pc:picChg chg="add mod">
          <ac:chgData name="Zhang, Wenqing" userId="7e3fea07-7d49-48e7-8490-23cbda0d89b5" providerId="ADAL" clId="{61A23003-75C7-4AD4-AA64-6F927E14B16C}" dt="2024-10-30T17:40:39.368" v="1103" actId="1076"/>
          <ac:picMkLst>
            <pc:docMk/>
            <pc:sldMk cId="2969811421" sldId="637"/>
            <ac:picMk id="5" creationId="{0F83BAF7-58FB-E64B-FD6C-4DCA57360D47}"/>
          </ac:picMkLst>
        </pc:picChg>
      </pc:sldChg>
      <pc:sldChg chg="addSp delSp modSp add mod modTransition modNotesTx">
        <pc:chgData name="Zhang, Wenqing" userId="7e3fea07-7d49-48e7-8490-23cbda0d89b5" providerId="ADAL" clId="{61A23003-75C7-4AD4-AA64-6F927E14B16C}" dt="2024-10-31T09:27:47.188" v="1606"/>
        <pc:sldMkLst>
          <pc:docMk/>
          <pc:sldMk cId="2641918785" sldId="638"/>
        </pc:sldMkLst>
        <pc:spChg chg="mod">
          <ac:chgData name="Zhang, Wenqing" userId="7e3fea07-7d49-48e7-8490-23cbda0d89b5" providerId="ADAL" clId="{61A23003-75C7-4AD4-AA64-6F927E14B16C}" dt="2024-10-31T06:57:09.519" v="1339" actId="20577"/>
          <ac:spMkLst>
            <pc:docMk/>
            <pc:sldMk cId="2641918785" sldId="638"/>
            <ac:spMk id="2" creationId="{249848C7-1BAE-CC0A-13A6-D31628AD200A}"/>
          </ac:spMkLst>
        </pc:spChg>
        <pc:spChg chg="mod">
          <ac:chgData name="Zhang, Wenqing" userId="7e3fea07-7d49-48e7-8490-23cbda0d89b5" providerId="ADAL" clId="{61A23003-75C7-4AD4-AA64-6F927E14B16C}" dt="2024-10-30T17:42:53.545" v="1110"/>
          <ac:spMkLst>
            <pc:docMk/>
            <pc:sldMk cId="2641918785" sldId="638"/>
            <ac:spMk id="6" creationId="{B51654A5-2AF2-BBF2-B8A0-757F27D50F38}"/>
          </ac:spMkLst>
        </pc:spChg>
        <pc:spChg chg="add mod">
          <ac:chgData name="Zhang, Wenqing" userId="7e3fea07-7d49-48e7-8490-23cbda0d89b5" providerId="ADAL" clId="{61A23003-75C7-4AD4-AA64-6F927E14B16C}" dt="2024-10-30T17:45:16.552" v="1132" actId="1076"/>
          <ac:spMkLst>
            <pc:docMk/>
            <pc:sldMk cId="2641918785" sldId="638"/>
            <ac:spMk id="7" creationId="{871CB1DF-F844-8276-565B-6D28CB18F0E8}"/>
          </ac:spMkLst>
        </pc:spChg>
        <pc:spChg chg="del">
          <ac:chgData name="Zhang, Wenqing" userId="7e3fea07-7d49-48e7-8490-23cbda0d89b5" providerId="ADAL" clId="{61A23003-75C7-4AD4-AA64-6F927E14B16C}" dt="2024-10-30T17:44:39.478" v="1119" actId="478"/>
          <ac:spMkLst>
            <pc:docMk/>
            <pc:sldMk cId="2641918785" sldId="638"/>
            <ac:spMk id="9" creationId="{F75C0B93-D201-26F4-FCF1-4D34BB82B384}"/>
          </ac:spMkLst>
        </pc:spChg>
        <pc:spChg chg="del">
          <ac:chgData name="Zhang, Wenqing" userId="7e3fea07-7d49-48e7-8490-23cbda0d89b5" providerId="ADAL" clId="{61A23003-75C7-4AD4-AA64-6F927E14B16C}" dt="2024-10-30T17:44:43.566" v="1120" actId="478"/>
          <ac:spMkLst>
            <pc:docMk/>
            <pc:sldMk cId="2641918785" sldId="638"/>
            <ac:spMk id="10" creationId="{11E2634D-7AE0-F2AB-9FCD-8B39055B6790}"/>
          </ac:spMkLst>
        </pc:spChg>
        <pc:picChg chg="add mod ord">
          <ac:chgData name="Zhang, Wenqing" userId="7e3fea07-7d49-48e7-8490-23cbda0d89b5" providerId="ADAL" clId="{61A23003-75C7-4AD4-AA64-6F927E14B16C}" dt="2024-10-30T17:45:18.967" v="1133" actId="1076"/>
          <ac:picMkLst>
            <pc:docMk/>
            <pc:sldMk cId="2641918785" sldId="638"/>
            <ac:picMk id="3" creationId="{24206BD6-E654-75A9-205F-7707B9452E89}"/>
          </ac:picMkLst>
        </pc:picChg>
        <pc:picChg chg="del">
          <ac:chgData name="Zhang, Wenqing" userId="7e3fea07-7d49-48e7-8490-23cbda0d89b5" providerId="ADAL" clId="{61A23003-75C7-4AD4-AA64-6F927E14B16C}" dt="2024-10-30T17:43:02.138" v="1111" actId="478"/>
          <ac:picMkLst>
            <pc:docMk/>
            <pc:sldMk cId="2641918785" sldId="638"/>
            <ac:picMk id="5" creationId="{EF916C71-0929-217B-7E9B-61C803F37325}"/>
          </ac:picMkLst>
        </pc:picChg>
      </pc:sldChg>
      <pc:sldChg chg="addSp delSp modSp add mod modTransition modNotesTx">
        <pc:chgData name="Zhang, Wenqing" userId="7e3fea07-7d49-48e7-8490-23cbda0d89b5" providerId="ADAL" clId="{61A23003-75C7-4AD4-AA64-6F927E14B16C}" dt="2024-10-31T09:27:47.188" v="1606"/>
        <pc:sldMkLst>
          <pc:docMk/>
          <pc:sldMk cId="928064075" sldId="639"/>
        </pc:sldMkLst>
        <pc:spChg chg="mod">
          <ac:chgData name="Zhang, Wenqing" userId="7e3fea07-7d49-48e7-8490-23cbda0d89b5" providerId="ADAL" clId="{61A23003-75C7-4AD4-AA64-6F927E14B16C}" dt="2024-10-31T06:57:12.891" v="1340" actId="20577"/>
          <ac:spMkLst>
            <pc:docMk/>
            <pc:sldMk cId="928064075" sldId="639"/>
            <ac:spMk id="2" creationId="{9A122F81-7644-6F04-F1C3-83B8E95F101E}"/>
          </ac:spMkLst>
        </pc:spChg>
        <pc:spChg chg="mod">
          <ac:chgData name="Zhang, Wenqing" userId="7e3fea07-7d49-48e7-8490-23cbda0d89b5" providerId="ADAL" clId="{61A23003-75C7-4AD4-AA64-6F927E14B16C}" dt="2024-10-30T17:46:15.860" v="1139"/>
          <ac:spMkLst>
            <pc:docMk/>
            <pc:sldMk cId="928064075" sldId="639"/>
            <ac:spMk id="6" creationId="{A1F4391A-A511-339D-43BC-A039ACA73E8F}"/>
          </ac:spMkLst>
        </pc:spChg>
        <pc:spChg chg="del">
          <ac:chgData name="Zhang, Wenqing" userId="7e3fea07-7d49-48e7-8490-23cbda0d89b5" providerId="ADAL" clId="{61A23003-75C7-4AD4-AA64-6F927E14B16C}" dt="2024-10-30T17:47:28.830" v="1145" actId="478"/>
          <ac:spMkLst>
            <pc:docMk/>
            <pc:sldMk cId="928064075" sldId="639"/>
            <ac:spMk id="7" creationId="{D1597208-B937-04C2-F2AF-9F2B5595377B}"/>
          </ac:spMkLst>
        </pc:spChg>
        <pc:spChg chg="add del">
          <ac:chgData name="Zhang, Wenqing" userId="7e3fea07-7d49-48e7-8490-23cbda0d89b5" providerId="ADAL" clId="{61A23003-75C7-4AD4-AA64-6F927E14B16C}" dt="2024-10-30T17:47:00.969" v="1142" actId="22"/>
          <ac:spMkLst>
            <pc:docMk/>
            <pc:sldMk cId="928064075" sldId="639"/>
            <ac:spMk id="9" creationId="{F408BC5F-00B9-C48D-B452-7F686831EF62}"/>
          </ac:spMkLst>
        </pc:spChg>
        <pc:spChg chg="add mod">
          <ac:chgData name="Zhang, Wenqing" userId="7e3fea07-7d49-48e7-8490-23cbda0d89b5" providerId="ADAL" clId="{61A23003-75C7-4AD4-AA64-6F927E14B16C}" dt="2024-10-30T17:49:29.490" v="1163" actId="1076"/>
          <ac:spMkLst>
            <pc:docMk/>
            <pc:sldMk cId="928064075" sldId="639"/>
            <ac:spMk id="10" creationId="{8C0DF0B5-8AFA-D4BC-F326-E70AD786EA41}"/>
          </ac:spMkLst>
        </pc:spChg>
        <pc:spChg chg="add mod">
          <ac:chgData name="Zhang, Wenqing" userId="7e3fea07-7d49-48e7-8490-23cbda0d89b5" providerId="ADAL" clId="{61A23003-75C7-4AD4-AA64-6F927E14B16C}" dt="2024-10-30T17:49:35.760" v="1166" actId="1076"/>
          <ac:spMkLst>
            <pc:docMk/>
            <pc:sldMk cId="928064075" sldId="639"/>
            <ac:spMk id="12" creationId="{E523292E-E61E-80F1-4B57-836625D77BE7}"/>
          </ac:spMkLst>
        </pc:spChg>
        <pc:picChg chg="del">
          <ac:chgData name="Zhang, Wenqing" userId="7e3fea07-7d49-48e7-8490-23cbda0d89b5" providerId="ADAL" clId="{61A23003-75C7-4AD4-AA64-6F927E14B16C}" dt="2024-10-30T17:45:38.627" v="1135" actId="478"/>
          <ac:picMkLst>
            <pc:docMk/>
            <pc:sldMk cId="928064075" sldId="639"/>
            <ac:picMk id="3" creationId="{B370718D-1C96-362C-7B91-FB7C8A4698A6}"/>
          </ac:picMkLst>
        </pc:picChg>
        <pc:picChg chg="add mod">
          <ac:chgData name="Zhang, Wenqing" userId="7e3fea07-7d49-48e7-8490-23cbda0d89b5" providerId="ADAL" clId="{61A23003-75C7-4AD4-AA64-6F927E14B16C}" dt="2024-10-30T17:46:58.263" v="1140" actId="1076"/>
          <ac:picMkLst>
            <pc:docMk/>
            <pc:sldMk cId="928064075" sldId="639"/>
            <ac:picMk id="5" creationId="{D848EB48-8ABF-D3FA-4731-B6DC4D75BFBF}"/>
          </ac:picMkLst>
        </pc:picChg>
      </pc:sldChg>
      <pc:sldChg chg="modTransition">
        <pc:chgData name="Zhang, Wenqing" userId="7e3fea07-7d49-48e7-8490-23cbda0d89b5" providerId="ADAL" clId="{61A23003-75C7-4AD4-AA64-6F927E14B16C}" dt="2024-10-31T09:27:47.188" v="1606"/>
        <pc:sldMkLst>
          <pc:docMk/>
          <pc:sldMk cId="3975502325" sldId="640"/>
        </pc:sldMkLst>
      </pc:sldChg>
      <pc:sldChg chg="modTransition">
        <pc:chgData name="Zhang, Wenqing" userId="7e3fea07-7d49-48e7-8490-23cbda0d89b5" providerId="ADAL" clId="{61A23003-75C7-4AD4-AA64-6F927E14B16C}" dt="2024-10-31T09:27:47.188" v="1606"/>
        <pc:sldMkLst>
          <pc:docMk/>
          <pc:sldMk cId="3571763058" sldId="641"/>
        </pc:sldMkLst>
      </pc:sldChg>
      <pc:sldChg chg="modTransition">
        <pc:chgData name="Zhang, Wenqing" userId="7e3fea07-7d49-48e7-8490-23cbda0d89b5" providerId="ADAL" clId="{61A23003-75C7-4AD4-AA64-6F927E14B16C}" dt="2024-10-31T09:27:47.188" v="1606"/>
        <pc:sldMkLst>
          <pc:docMk/>
          <pc:sldMk cId="477092658" sldId="642"/>
        </pc:sldMkLst>
      </pc:sldChg>
      <pc:sldChg chg="modTransition">
        <pc:chgData name="Zhang, Wenqing" userId="7e3fea07-7d49-48e7-8490-23cbda0d89b5" providerId="ADAL" clId="{61A23003-75C7-4AD4-AA64-6F927E14B16C}" dt="2024-10-31T09:27:47.188" v="1606"/>
        <pc:sldMkLst>
          <pc:docMk/>
          <pc:sldMk cId="909113396" sldId="643"/>
        </pc:sldMkLst>
      </pc:sldChg>
      <pc:sldChg chg="modTransition">
        <pc:chgData name="Zhang, Wenqing" userId="7e3fea07-7d49-48e7-8490-23cbda0d89b5" providerId="ADAL" clId="{61A23003-75C7-4AD4-AA64-6F927E14B16C}" dt="2024-10-31T09:27:47.188" v="1606"/>
        <pc:sldMkLst>
          <pc:docMk/>
          <pc:sldMk cId="1374594574" sldId="644"/>
        </pc:sldMkLst>
      </pc:sldChg>
      <pc:sldChg chg="modTransition">
        <pc:chgData name="Zhang, Wenqing" userId="7e3fea07-7d49-48e7-8490-23cbda0d89b5" providerId="ADAL" clId="{61A23003-75C7-4AD4-AA64-6F927E14B16C}" dt="2024-10-31T09:27:47.188" v="1606"/>
        <pc:sldMkLst>
          <pc:docMk/>
          <pc:sldMk cId="111976462" sldId="645"/>
        </pc:sldMkLst>
      </pc:sldChg>
      <pc:sldChg chg="modTransition">
        <pc:chgData name="Zhang, Wenqing" userId="7e3fea07-7d49-48e7-8490-23cbda0d89b5" providerId="ADAL" clId="{61A23003-75C7-4AD4-AA64-6F927E14B16C}" dt="2024-10-31T09:27:47.188" v="1606"/>
        <pc:sldMkLst>
          <pc:docMk/>
          <pc:sldMk cId="2646672886" sldId="646"/>
        </pc:sldMkLst>
      </pc:sldChg>
      <pc:sldChg chg="modTransition">
        <pc:chgData name="Zhang, Wenqing" userId="7e3fea07-7d49-48e7-8490-23cbda0d89b5" providerId="ADAL" clId="{61A23003-75C7-4AD4-AA64-6F927E14B16C}" dt="2024-10-31T09:27:47.188" v="1606"/>
        <pc:sldMkLst>
          <pc:docMk/>
          <pc:sldMk cId="4062550329" sldId="647"/>
        </pc:sldMkLst>
      </pc:sldChg>
      <pc:sldChg chg="modSp mod modTransition">
        <pc:chgData name="Zhang, Wenqing" userId="7e3fea07-7d49-48e7-8490-23cbda0d89b5" providerId="ADAL" clId="{61A23003-75C7-4AD4-AA64-6F927E14B16C}" dt="2024-10-31T09:27:47.188" v="1606"/>
        <pc:sldMkLst>
          <pc:docMk/>
          <pc:sldMk cId="1027438363" sldId="649"/>
        </pc:sldMkLst>
        <pc:spChg chg="mod">
          <ac:chgData name="Zhang, Wenqing" userId="7e3fea07-7d49-48e7-8490-23cbda0d89b5" providerId="ADAL" clId="{61A23003-75C7-4AD4-AA64-6F927E14B16C}" dt="2024-10-31T07:04:41.927" v="1409" actId="20577"/>
          <ac:spMkLst>
            <pc:docMk/>
            <pc:sldMk cId="1027438363" sldId="649"/>
            <ac:spMk id="2" creationId="{EAEBDAEF-E90D-75B9-0D61-E09D651C9A69}"/>
          </ac:spMkLst>
        </pc:spChg>
      </pc:sldChg>
      <pc:sldChg chg="modSp mod modTransition">
        <pc:chgData name="Zhang, Wenqing" userId="7e3fea07-7d49-48e7-8490-23cbda0d89b5" providerId="ADAL" clId="{61A23003-75C7-4AD4-AA64-6F927E14B16C}" dt="2024-10-31T09:27:47.188" v="1606"/>
        <pc:sldMkLst>
          <pc:docMk/>
          <pc:sldMk cId="2429049007" sldId="650"/>
        </pc:sldMkLst>
        <pc:spChg chg="mod">
          <ac:chgData name="Zhang, Wenqing" userId="7e3fea07-7d49-48e7-8490-23cbda0d89b5" providerId="ADAL" clId="{61A23003-75C7-4AD4-AA64-6F927E14B16C}" dt="2024-10-31T07:04:44.350" v="1410" actId="20577"/>
          <ac:spMkLst>
            <pc:docMk/>
            <pc:sldMk cId="2429049007" sldId="650"/>
            <ac:spMk id="2" creationId="{31529F20-5335-03D3-1FAB-6ED6E89B956D}"/>
          </ac:spMkLst>
        </pc:spChg>
      </pc:sldChg>
      <pc:sldChg chg="modSp mod modTransition">
        <pc:chgData name="Zhang, Wenqing" userId="7e3fea07-7d49-48e7-8490-23cbda0d89b5" providerId="ADAL" clId="{61A23003-75C7-4AD4-AA64-6F927E14B16C}" dt="2024-10-31T09:27:47.188" v="1606"/>
        <pc:sldMkLst>
          <pc:docMk/>
          <pc:sldMk cId="48589124" sldId="651"/>
        </pc:sldMkLst>
        <pc:spChg chg="mod">
          <ac:chgData name="Zhang, Wenqing" userId="7e3fea07-7d49-48e7-8490-23cbda0d89b5" providerId="ADAL" clId="{61A23003-75C7-4AD4-AA64-6F927E14B16C}" dt="2024-10-31T07:04:47.472" v="1411" actId="20577"/>
          <ac:spMkLst>
            <pc:docMk/>
            <pc:sldMk cId="48589124" sldId="651"/>
            <ac:spMk id="2" creationId="{E459324C-27D6-0302-C483-681817ED2584}"/>
          </ac:spMkLst>
        </pc:spChg>
      </pc:sldChg>
      <pc:sldChg chg="modSp mod modTransition">
        <pc:chgData name="Zhang, Wenqing" userId="7e3fea07-7d49-48e7-8490-23cbda0d89b5" providerId="ADAL" clId="{61A23003-75C7-4AD4-AA64-6F927E14B16C}" dt="2024-10-31T09:27:47.188" v="1606"/>
        <pc:sldMkLst>
          <pc:docMk/>
          <pc:sldMk cId="966172584" sldId="652"/>
        </pc:sldMkLst>
        <pc:spChg chg="mod">
          <ac:chgData name="Zhang, Wenqing" userId="7e3fea07-7d49-48e7-8490-23cbda0d89b5" providerId="ADAL" clId="{61A23003-75C7-4AD4-AA64-6F927E14B16C}" dt="2024-10-31T07:04:49.969" v="1412" actId="20577"/>
          <ac:spMkLst>
            <pc:docMk/>
            <pc:sldMk cId="966172584" sldId="652"/>
            <ac:spMk id="2" creationId="{83A320D2-B0F5-F9C7-A750-C113A52F08E4}"/>
          </ac:spMkLst>
        </pc:spChg>
      </pc:sldChg>
      <pc:sldChg chg="addSp delSp modSp new mod ord modTransition modNotesTx">
        <pc:chgData name="Zhang, Wenqing" userId="7e3fea07-7d49-48e7-8490-23cbda0d89b5" providerId="ADAL" clId="{61A23003-75C7-4AD4-AA64-6F927E14B16C}" dt="2024-10-31T09:27:47.188" v="1606"/>
        <pc:sldMkLst>
          <pc:docMk/>
          <pc:sldMk cId="3083478346" sldId="653"/>
        </pc:sldMkLst>
        <pc:spChg chg="mod">
          <ac:chgData name="Zhang, Wenqing" userId="7e3fea07-7d49-48e7-8490-23cbda0d89b5" providerId="ADAL" clId="{61A23003-75C7-4AD4-AA64-6F927E14B16C}" dt="2024-10-31T06:49:22.194" v="1309" actId="20577"/>
          <ac:spMkLst>
            <pc:docMk/>
            <pc:sldMk cId="3083478346" sldId="653"/>
            <ac:spMk id="2" creationId="{C81852DD-6B20-B5A4-1142-27F48C1C1865}"/>
          </ac:spMkLst>
        </pc:spChg>
        <pc:spChg chg="del">
          <ac:chgData name="Zhang, Wenqing" userId="7e3fea07-7d49-48e7-8490-23cbda0d89b5" providerId="ADAL" clId="{61A23003-75C7-4AD4-AA64-6F927E14B16C}" dt="2024-10-31T06:29:08.683" v="1199" actId="478"/>
          <ac:spMkLst>
            <pc:docMk/>
            <pc:sldMk cId="3083478346" sldId="653"/>
            <ac:spMk id="3" creationId="{A0F0B75D-88F1-DE32-BBA4-63671EFFABF3}"/>
          </ac:spMkLst>
        </pc:spChg>
        <pc:spChg chg="add del mod">
          <ac:chgData name="Zhang, Wenqing" userId="7e3fea07-7d49-48e7-8490-23cbda0d89b5" providerId="ADAL" clId="{61A23003-75C7-4AD4-AA64-6F927E14B16C}" dt="2024-10-31T06:32:27.351" v="1226" actId="478"/>
          <ac:spMkLst>
            <pc:docMk/>
            <pc:sldMk cId="3083478346" sldId="653"/>
            <ac:spMk id="6" creationId="{F2A9BACB-3D1F-9C74-10BD-F52B8C74C48D}"/>
          </ac:spMkLst>
        </pc:spChg>
        <pc:spChg chg="add mod">
          <ac:chgData name="Zhang, Wenqing" userId="7e3fea07-7d49-48e7-8490-23cbda0d89b5" providerId="ADAL" clId="{61A23003-75C7-4AD4-AA64-6F927E14B16C}" dt="2024-10-31T06:32:37.773" v="1230" actId="1076"/>
          <ac:spMkLst>
            <pc:docMk/>
            <pc:sldMk cId="3083478346" sldId="653"/>
            <ac:spMk id="7" creationId="{447BA7CB-30B8-4341-C2BA-BADADE0CF233}"/>
          </ac:spMkLst>
        </pc:spChg>
        <pc:picChg chg="add mod modCrop">
          <ac:chgData name="Zhang, Wenqing" userId="7e3fea07-7d49-48e7-8490-23cbda0d89b5" providerId="ADAL" clId="{61A23003-75C7-4AD4-AA64-6F927E14B16C}" dt="2024-10-31T06:31:45.386" v="1220" actId="1076"/>
          <ac:picMkLst>
            <pc:docMk/>
            <pc:sldMk cId="3083478346" sldId="653"/>
            <ac:picMk id="5" creationId="{3E873F49-B9CD-05F1-B142-C986A3D93454}"/>
          </ac:picMkLst>
        </pc:picChg>
      </pc:sldChg>
      <pc:sldChg chg="modTransition">
        <pc:chgData name="Zhang, Wenqing" userId="7e3fea07-7d49-48e7-8490-23cbda0d89b5" providerId="ADAL" clId="{61A23003-75C7-4AD4-AA64-6F927E14B16C}" dt="2024-10-31T09:27:47.188" v="1606"/>
        <pc:sldMkLst>
          <pc:docMk/>
          <pc:sldMk cId="1793721180" sldId="654"/>
        </pc:sldMkLst>
      </pc:sldChg>
      <pc:sldChg chg="addSp delSp modSp new mod modTransition modNotesTx">
        <pc:chgData name="Zhang, Wenqing" userId="7e3fea07-7d49-48e7-8490-23cbda0d89b5" providerId="ADAL" clId="{61A23003-75C7-4AD4-AA64-6F927E14B16C}" dt="2024-10-31T09:27:47.188" v="1606"/>
        <pc:sldMkLst>
          <pc:docMk/>
          <pc:sldMk cId="3989086484" sldId="655"/>
        </pc:sldMkLst>
        <pc:spChg chg="mod">
          <ac:chgData name="Zhang, Wenqing" userId="7e3fea07-7d49-48e7-8490-23cbda0d89b5" providerId="ADAL" clId="{61A23003-75C7-4AD4-AA64-6F927E14B16C}" dt="2024-10-31T06:39:12.020" v="1271" actId="20577"/>
          <ac:spMkLst>
            <pc:docMk/>
            <pc:sldMk cId="3989086484" sldId="655"/>
            <ac:spMk id="2" creationId="{48E9D401-D430-F742-CE24-8E7553EEF39D}"/>
          </ac:spMkLst>
        </pc:spChg>
        <pc:spChg chg="del">
          <ac:chgData name="Zhang, Wenqing" userId="7e3fea07-7d49-48e7-8490-23cbda0d89b5" providerId="ADAL" clId="{61A23003-75C7-4AD4-AA64-6F927E14B16C}" dt="2024-10-31T06:40:10.777" v="1275" actId="478"/>
          <ac:spMkLst>
            <pc:docMk/>
            <pc:sldMk cId="3989086484" sldId="655"/>
            <ac:spMk id="3" creationId="{042A7F02-13C7-C2B7-CA67-E1901A75B1E9}"/>
          </ac:spMkLst>
        </pc:spChg>
        <pc:picChg chg="add mod">
          <ac:chgData name="Zhang, Wenqing" userId="7e3fea07-7d49-48e7-8490-23cbda0d89b5" providerId="ADAL" clId="{61A23003-75C7-4AD4-AA64-6F927E14B16C}" dt="2024-10-31T06:42:30.503" v="1279" actId="1076"/>
          <ac:picMkLst>
            <pc:docMk/>
            <pc:sldMk cId="3989086484" sldId="655"/>
            <ac:picMk id="6" creationId="{85B323CA-C50A-0C59-74C5-C89871ABCB1F}"/>
          </ac:picMkLst>
        </pc:picChg>
      </pc:sldChg>
      <pc:sldChg chg="addSp delSp modSp new mod modTransition modNotesTx">
        <pc:chgData name="Zhang, Wenqing" userId="7e3fea07-7d49-48e7-8490-23cbda0d89b5" providerId="ADAL" clId="{61A23003-75C7-4AD4-AA64-6F927E14B16C}" dt="2024-10-31T09:27:47.188" v="1606"/>
        <pc:sldMkLst>
          <pc:docMk/>
          <pc:sldMk cId="3944618072" sldId="656"/>
        </pc:sldMkLst>
        <pc:spChg chg="mod">
          <ac:chgData name="Zhang, Wenqing" userId="7e3fea07-7d49-48e7-8490-23cbda0d89b5" providerId="ADAL" clId="{61A23003-75C7-4AD4-AA64-6F927E14B16C}" dt="2024-10-31T07:02:47.221" v="1390" actId="20577"/>
          <ac:spMkLst>
            <pc:docMk/>
            <pc:sldMk cId="3944618072" sldId="656"/>
            <ac:spMk id="2" creationId="{091D17C8-9D9A-BB6D-5930-ADF7BF4C9CCC}"/>
          </ac:spMkLst>
        </pc:spChg>
        <pc:spChg chg="del">
          <ac:chgData name="Zhang, Wenqing" userId="7e3fea07-7d49-48e7-8490-23cbda0d89b5" providerId="ADAL" clId="{61A23003-75C7-4AD4-AA64-6F927E14B16C}" dt="2024-10-31T07:02:58.685" v="1391" actId="478"/>
          <ac:spMkLst>
            <pc:docMk/>
            <pc:sldMk cId="3944618072" sldId="656"/>
            <ac:spMk id="3" creationId="{D027DE9F-5DA5-AD9F-9766-6077F1651B66}"/>
          </ac:spMkLst>
        </pc:spChg>
        <pc:spChg chg="add del mod">
          <ac:chgData name="Zhang, Wenqing" userId="7e3fea07-7d49-48e7-8490-23cbda0d89b5" providerId="ADAL" clId="{61A23003-75C7-4AD4-AA64-6F927E14B16C}" dt="2024-10-31T07:04:06.076" v="1398" actId="478"/>
          <ac:spMkLst>
            <pc:docMk/>
            <pc:sldMk cId="3944618072" sldId="656"/>
            <ac:spMk id="5" creationId="{C0C66690-0A64-932E-1C15-B3EF691EAE74}"/>
          </ac:spMkLst>
        </pc:spChg>
        <pc:spChg chg="add mod">
          <ac:chgData name="Zhang, Wenqing" userId="7e3fea07-7d49-48e7-8490-23cbda0d89b5" providerId="ADAL" clId="{61A23003-75C7-4AD4-AA64-6F927E14B16C}" dt="2024-10-31T07:04:34.764" v="1407" actId="1076"/>
          <ac:spMkLst>
            <pc:docMk/>
            <pc:sldMk cId="3944618072" sldId="656"/>
            <ac:spMk id="6" creationId="{17745478-4FE2-629E-D111-61C3BAAC70F1}"/>
          </ac:spMkLst>
        </pc:spChg>
        <pc:picChg chg="add mod">
          <ac:chgData name="Zhang, Wenqing" userId="7e3fea07-7d49-48e7-8490-23cbda0d89b5" providerId="ADAL" clId="{61A23003-75C7-4AD4-AA64-6F927E14B16C}" dt="2024-10-31T07:04:30.227" v="1405" actId="1076"/>
          <ac:picMkLst>
            <pc:docMk/>
            <pc:sldMk cId="3944618072" sldId="656"/>
            <ac:picMk id="7" creationId="{3441B17E-9C5D-8F43-E718-8826E54F25AF}"/>
          </ac:picMkLst>
        </pc:picChg>
      </pc:sldChg>
      <pc:sldChg chg="modTransition">
        <pc:chgData name="Zhang, Wenqing" userId="7e3fea07-7d49-48e7-8490-23cbda0d89b5" providerId="ADAL" clId="{61A23003-75C7-4AD4-AA64-6F927E14B16C}" dt="2024-10-31T09:27:47.188" v="1606"/>
        <pc:sldMkLst>
          <pc:docMk/>
          <pc:sldMk cId="2121019410" sldId="657"/>
        </pc:sldMkLst>
      </pc:sldChg>
    </pc:docChg>
  </pc:docChgLst>
  <pc:docChgLst>
    <pc:chgData name="Xinyu Gong" userId="S::e1350126@u.nus.edu::c7427b0c-75dc-4831-b8f6-475319d5c0c7" providerId="AD" clId="Web-{1BA6C58A-9BC4-EE71-694D-6A487AE645DE}"/>
    <pc:docChg chg="mod modSld sldOrd">
      <pc:chgData name="Xinyu Gong" userId="S::e1350126@u.nus.edu::c7427b0c-75dc-4831-b8f6-475319d5c0c7" providerId="AD" clId="Web-{1BA6C58A-9BC4-EE71-694D-6A487AE645DE}" dt="2024-10-31T06:38:56.423" v="5"/>
      <pc:docMkLst>
        <pc:docMk/>
      </pc:docMkLst>
      <pc:sldChg chg="modSp">
        <pc:chgData name="Xinyu Gong" userId="S::e1350126@u.nus.edu::c7427b0c-75dc-4831-b8f6-475319d5c0c7" providerId="AD" clId="Web-{1BA6C58A-9BC4-EE71-694D-6A487AE645DE}" dt="2024-10-31T06:38:28.782" v="4" actId="20577"/>
        <pc:sldMkLst>
          <pc:docMk/>
          <pc:sldMk cId="2646672886" sldId="646"/>
        </pc:sldMkLst>
        <pc:spChg chg="mod">
          <ac:chgData name="Xinyu Gong" userId="S::e1350126@u.nus.edu::c7427b0c-75dc-4831-b8f6-475319d5c0c7" providerId="AD" clId="Web-{1BA6C58A-9BC4-EE71-694D-6A487AE645DE}" dt="2024-10-31T06:38:28.782" v="4" actId="20577"/>
          <ac:spMkLst>
            <pc:docMk/>
            <pc:sldMk cId="2646672886" sldId="646"/>
            <ac:spMk id="2" creationId="{D76EC0E0-0D4C-1F31-C216-6497B6F85696}"/>
          </ac:spMkLst>
        </pc:spChg>
      </pc:sldChg>
      <pc:sldChg chg="modSp ord">
        <pc:chgData name="Xinyu Gong" userId="S::e1350126@u.nus.edu::c7427b0c-75dc-4831-b8f6-475319d5c0c7" providerId="AD" clId="Web-{1BA6C58A-9BC4-EE71-694D-6A487AE645DE}" dt="2024-10-31T06:38:25.219" v="2" actId="20577"/>
        <pc:sldMkLst>
          <pc:docMk/>
          <pc:sldMk cId="4062550329" sldId="647"/>
        </pc:sldMkLst>
        <pc:spChg chg="mod">
          <ac:chgData name="Xinyu Gong" userId="S::e1350126@u.nus.edu::c7427b0c-75dc-4831-b8f6-475319d5c0c7" providerId="AD" clId="Web-{1BA6C58A-9BC4-EE71-694D-6A487AE645DE}" dt="2024-10-31T06:38:25.219" v="2" actId="20577"/>
          <ac:spMkLst>
            <pc:docMk/>
            <pc:sldMk cId="4062550329" sldId="647"/>
            <ac:spMk id="2" creationId="{D76EC0E0-0D4C-1F31-C216-6497B6F85696}"/>
          </ac:spMkLst>
        </pc:spChg>
      </pc:sldChg>
    </pc:docChg>
  </pc:docChgLst>
  <pc:docChgLst>
    <pc:chgData name="Xinyu Gong" userId="S::e1350126@u.nus.edu::c7427b0c-75dc-4831-b8f6-475319d5c0c7" providerId="AD" clId="Web-{0E7FB3A8-0F0C-34DB-909D-34721C62B166}"/>
    <pc:docChg chg="addSld delSld modSld sldOrd">
      <pc:chgData name="Xinyu Gong" userId="S::e1350126@u.nus.edu::c7427b0c-75dc-4831-b8f6-475319d5c0c7" providerId="AD" clId="Web-{0E7FB3A8-0F0C-34DB-909D-34721C62B166}" dt="2024-10-31T06:05:56.791" v="551" actId="1076"/>
      <pc:docMkLst>
        <pc:docMk/>
      </pc:docMkLst>
      <pc:sldChg chg="modSp">
        <pc:chgData name="Xinyu Gong" userId="S::e1350126@u.nus.edu::c7427b0c-75dc-4831-b8f6-475319d5c0c7" providerId="AD" clId="Web-{0E7FB3A8-0F0C-34DB-909D-34721C62B166}" dt="2024-10-31T03:42:06.718" v="48" actId="20577"/>
        <pc:sldMkLst>
          <pc:docMk/>
          <pc:sldMk cId="0" sldId="579"/>
        </pc:sldMkLst>
        <pc:spChg chg="mod">
          <ac:chgData name="Xinyu Gong" userId="S::e1350126@u.nus.edu::c7427b0c-75dc-4831-b8f6-475319d5c0c7" providerId="AD" clId="Web-{0E7FB3A8-0F0C-34DB-909D-34721C62B166}" dt="2024-10-31T03:42:06.718" v="48" actId="20577"/>
          <ac:spMkLst>
            <pc:docMk/>
            <pc:sldMk cId="0" sldId="579"/>
            <ac:spMk id="10" creationId="{92C80EE2-6066-19FB-5C4C-61416963B9CE}"/>
          </ac:spMkLst>
        </pc:spChg>
      </pc:sldChg>
      <pc:sldChg chg="del">
        <pc:chgData name="Xinyu Gong" userId="S::e1350126@u.nus.edu::c7427b0c-75dc-4831-b8f6-475319d5c0c7" providerId="AD" clId="Web-{0E7FB3A8-0F0C-34DB-909D-34721C62B166}" dt="2024-10-31T04:04:48.989" v="150"/>
        <pc:sldMkLst>
          <pc:docMk/>
          <pc:sldMk cId="0" sldId="582"/>
        </pc:sldMkLst>
      </pc:sldChg>
      <pc:sldChg chg="del">
        <pc:chgData name="Xinyu Gong" userId="S::e1350126@u.nus.edu::c7427b0c-75dc-4831-b8f6-475319d5c0c7" providerId="AD" clId="Web-{0E7FB3A8-0F0C-34DB-909D-34721C62B166}" dt="2024-10-31T04:04:11.020" v="140"/>
        <pc:sldMkLst>
          <pc:docMk/>
          <pc:sldMk cId="440525601" sldId="600"/>
        </pc:sldMkLst>
      </pc:sldChg>
      <pc:sldChg chg="del">
        <pc:chgData name="Xinyu Gong" userId="S::e1350126@u.nus.edu::c7427b0c-75dc-4831-b8f6-475319d5c0c7" providerId="AD" clId="Web-{0E7FB3A8-0F0C-34DB-909D-34721C62B166}" dt="2024-10-31T04:04:11.973" v="141"/>
        <pc:sldMkLst>
          <pc:docMk/>
          <pc:sldMk cId="3466985558" sldId="601"/>
        </pc:sldMkLst>
      </pc:sldChg>
      <pc:sldChg chg="addSp delSp modSp ord">
        <pc:chgData name="Xinyu Gong" userId="S::e1350126@u.nus.edu::c7427b0c-75dc-4831-b8f6-475319d5c0c7" providerId="AD" clId="Web-{0E7FB3A8-0F0C-34DB-909D-34721C62B166}" dt="2024-10-31T05:10:03.676" v="333" actId="1076"/>
        <pc:sldMkLst>
          <pc:docMk/>
          <pc:sldMk cId="1757293745" sldId="611"/>
        </pc:sldMkLst>
        <pc:spChg chg="mod">
          <ac:chgData name="Xinyu Gong" userId="S::e1350126@u.nus.edu::c7427b0c-75dc-4831-b8f6-475319d5c0c7" providerId="AD" clId="Web-{0E7FB3A8-0F0C-34DB-909D-34721C62B166}" dt="2024-10-31T03:51:52.609" v="74" actId="1076"/>
          <ac:spMkLst>
            <pc:docMk/>
            <pc:sldMk cId="1757293745" sldId="611"/>
            <ac:spMk id="2" creationId="{D76EC0E0-0D4C-1F31-C216-6497B6F85696}"/>
          </ac:spMkLst>
        </pc:spChg>
        <pc:spChg chg="del">
          <ac:chgData name="Xinyu Gong" userId="S::e1350126@u.nus.edu::c7427b0c-75dc-4831-b8f6-475319d5c0c7" providerId="AD" clId="Web-{0E7FB3A8-0F0C-34DB-909D-34721C62B166}" dt="2024-10-31T03:50:52.873" v="55"/>
          <ac:spMkLst>
            <pc:docMk/>
            <pc:sldMk cId="1757293745" sldId="611"/>
            <ac:spMk id="3" creationId="{F828A196-BCC7-05BE-4EDF-A17E2E518F71}"/>
          </ac:spMkLst>
        </pc:spChg>
        <pc:spChg chg="del">
          <ac:chgData name="Xinyu Gong" userId="S::e1350126@u.nus.edu::c7427b0c-75dc-4831-b8f6-475319d5c0c7" providerId="AD" clId="Web-{0E7FB3A8-0F0C-34DB-909D-34721C62B166}" dt="2024-10-31T03:50:52.889" v="64"/>
          <ac:spMkLst>
            <pc:docMk/>
            <pc:sldMk cId="1757293745" sldId="611"/>
            <ac:spMk id="4" creationId="{E7943911-5C8D-D152-69ED-CCF22D611242}"/>
          </ac:spMkLst>
        </pc:spChg>
        <pc:spChg chg="del">
          <ac:chgData name="Xinyu Gong" userId="S::e1350126@u.nus.edu::c7427b0c-75dc-4831-b8f6-475319d5c0c7" providerId="AD" clId="Web-{0E7FB3A8-0F0C-34DB-909D-34721C62B166}" dt="2024-10-31T03:50:52.873" v="54"/>
          <ac:spMkLst>
            <pc:docMk/>
            <pc:sldMk cId="1757293745" sldId="611"/>
            <ac:spMk id="5" creationId="{F43BD21D-5A03-8652-673A-B7A7C01A8016}"/>
          </ac:spMkLst>
        </pc:spChg>
        <pc:spChg chg="add mod">
          <ac:chgData name="Xinyu Gong" userId="S::e1350126@u.nus.edu::c7427b0c-75dc-4831-b8f6-475319d5c0c7" providerId="AD" clId="Web-{0E7FB3A8-0F0C-34DB-909D-34721C62B166}" dt="2024-10-31T04:02:05.954" v="127"/>
          <ac:spMkLst>
            <pc:docMk/>
            <pc:sldMk cId="1757293745" sldId="611"/>
            <ac:spMk id="6" creationId="{8BE8145E-4384-2C4D-1BEE-4364ECA70497}"/>
          </ac:spMkLst>
        </pc:spChg>
        <pc:spChg chg="add del mod">
          <ac:chgData name="Xinyu Gong" userId="S::e1350126@u.nus.edu::c7427b0c-75dc-4831-b8f6-475319d5c0c7" providerId="AD" clId="Web-{0E7FB3A8-0F0C-34DB-909D-34721C62B166}" dt="2024-10-31T03:52:13.578" v="76"/>
          <ac:spMkLst>
            <pc:docMk/>
            <pc:sldMk cId="1757293745" sldId="611"/>
            <ac:spMk id="7" creationId="{A5E4A9D3-C850-F0F0-C7EB-DBDB5A6D5CEC}"/>
          </ac:spMkLst>
        </pc:spChg>
        <pc:spChg chg="add del mod">
          <ac:chgData name="Xinyu Gong" userId="S::e1350126@u.nus.edu::c7427b0c-75dc-4831-b8f6-475319d5c0c7" providerId="AD" clId="Web-{0E7FB3A8-0F0C-34DB-909D-34721C62B166}" dt="2024-10-31T04:03:06.658" v="137"/>
          <ac:spMkLst>
            <pc:docMk/>
            <pc:sldMk cId="1757293745" sldId="611"/>
            <ac:spMk id="8" creationId="{457CF48C-144B-5EDD-407A-AF2D3F2C0641}"/>
          </ac:spMkLst>
        </pc:spChg>
        <pc:spChg chg="add mod">
          <ac:chgData name="Xinyu Gong" userId="S::e1350126@u.nus.edu::c7427b0c-75dc-4831-b8f6-475319d5c0c7" providerId="AD" clId="Web-{0E7FB3A8-0F0C-34DB-909D-34721C62B166}" dt="2024-10-31T05:10:03.676" v="333" actId="1076"/>
          <ac:spMkLst>
            <pc:docMk/>
            <pc:sldMk cId="1757293745" sldId="611"/>
            <ac:spMk id="12" creationId="{B0171C38-6EC2-63C8-A5FA-D92C5DC4D60C}"/>
          </ac:spMkLst>
        </pc:spChg>
        <pc:spChg chg="del">
          <ac:chgData name="Xinyu Gong" userId="S::e1350126@u.nus.edu::c7427b0c-75dc-4831-b8f6-475319d5c0c7" providerId="AD" clId="Web-{0E7FB3A8-0F0C-34DB-909D-34721C62B166}" dt="2024-10-31T03:50:52.889" v="63"/>
          <ac:spMkLst>
            <pc:docMk/>
            <pc:sldMk cId="1757293745" sldId="611"/>
            <ac:spMk id="26" creationId="{AC070736-CDAD-2112-0F44-1FA18F766793}"/>
          </ac:spMkLst>
        </pc:spChg>
        <pc:spChg chg="del">
          <ac:chgData name="Xinyu Gong" userId="S::e1350126@u.nus.edu::c7427b0c-75dc-4831-b8f6-475319d5c0c7" providerId="AD" clId="Web-{0E7FB3A8-0F0C-34DB-909D-34721C62B166}" dt="2024-10-31T03:50:52.889" v="59"/>
          <ac:spMkLst>
            <pc:docMk/>
            <pc:sldMk cId="1757293745" sldId="611"/>
            <ac:spMk id="32" creationId="{9BF3369E-38E6-A677-A6AA-FA270D26CE46}"/>
          </ac:spMkLst>
        </pc:spChg>
        <pc:spChg chg="del">
          <ac:chgData name="Xinyu Gong" userId="S::e1350126@u.nus.edu::c7427b0c-75dc-4831-b8f6-475319d5c0c7" providerId="AD" clId="Web-{0E7FB3A8-0F0C-34DB-909D-34721C62B166}" dt="2024-10-31T03:50:52.889" v="58"/>
          <ac:spMkLst>
            <pc:docMk/>
            <pc:sldMk cId="1757293745" sldId="611"/>
            <ac:spMk id="33" creationId="{E921CF9E-FFEE-60C6-0B40-5232E0CCE4D8}"/>
          </ac:spMkLst>
        </pc:spChg>
        <pc:spChg chg="del">
          <ac:chgData name="Xinyu Gong" userId="S::e1350126@u.nus.edu::c7427b0c-75dc-4831-b8f6-475319d5c0c7" providerId="AD" clId="Web-{0E7FB3A8-0F0C-34DB-909D-34721C62B166}" dt="2024-10-31T03:50:52.889" v="57"/>
          <ac:spMkLst>
            <pc:docMk/>
            <pc:sldMk cId="1757293745" sldId="611"/>
            <ac:spMk id="35" creationId="{49668A42-15A4-6EBE-947F-4C6F61BFED99}"/>
          </ac:spMkLst>
        </pc:spChg>
        <pc:spChg chg="del">
          <ac:chgData name="Xinyu Gong" userId="S::e1350126@u.nus.edu::c7427b0c-75dc-4831-b8f6-475319d5c0c7" providerId="AD" clId="Web-{0E7FB3A8-0F0C-34DB-909D-34721C62B166}" dt="2024-10-31T03:50:52.873" v="56"/>
          <ac:spMkLst>
            <pc:docMk/>
            <pc:sldMk cId="1757293745" sldId="611"/>
            <ac:spMk id="36" creationId="{B6B51DA0-4061-3358-B68D-13744EB6C105}"/>
          </ac:spMkLst>
        </pc:spChg>
        <pc:picChg chg="add">
          <ac:chgData name="Xinyu Gong" userId="S::e1350126@u.nus.edu::c7427b0c-75dc-4831-b8f6-475319d5c0c7" providerId="AD" clId="Web-{0E7FB3A8-0F0C-34DB-909D-34721C62B166}" dt="2024-10-31T05:07:14.859" v="318"/>
          <ac:picMkLst>
            <pc:docMk/>
            <pc:sldMk cId="1757293745" sldId="611"/>
            <ac:picMk id="10" creationId="{4FFA7BF6-0A5E-E7DB-0901-D7DB4B2338B1}"/>
          </ac:picMkLst>
        </pc:picChg>
        <pc:picChg chg="add mod">
          <ac:chgData name="Xinyu Gong" userId="S::e1350126@u.nus.edu::c7427b0c-75dc-4831-b8f6-475319d5c0c7" providerId="AD" clId="Web-{0E7FB3A8-0F0C-34DB-909D-34721C62B166}" dt="2024-10-31T05:09:03.550" v="324" actId="14100"/>
          <ac:picMkLst>
            <pc:docMk/>
            <pc:sldMk cId="1757293745" sldId="611"/>
            <ac:picMk id="11" creationId="{D1D576CE-FCE0-0179-5D45-67733CFA2EC5}"/>
          </ac:picMkLst>
        </pc:picChg>
        <pc:picChg chg="del">
          <ac:chgData name="Xinyu Gong" userId="S::e1350126@u.nus.edu::c7427b0c-75dc-4831-b8f6-475319d5c0c7" providerId="AD" clId="Web-{0E7FB3A8-0F0C-34DB-909D-34721C62B166}" dt="2024-10-31T03:50:52.889" v="62"/>
          <ac:picMkLst>
            <pc:docMk/>
            <pc:sldMk cId="1757293745" sldId="611"/>
            <ac:picMk id="28" creationId="{775773E1-8208-0309-9E67-BAED70564C64}"/>
          </ac:picMkLst>
        </pc:picChg>
        <pc:picChg chg="del">
          <ac:chgData name="Xinyu Gong" userId="S::e1350126@u.nus.edu::c7427b0c-75dc-4831-b8f6-475319d5c0c7" providerId="AD" clId="Web-{0E7FB3A8-0F0C-34DB-909D-34721C62B166}" dt="2024-10-31T03:50:52.889" v="61"/>
          <ac:picMkLst>
            <pc:docMk/>
            <pc:sldMk cId="1757293745" sldId="611"/>
            <ac:picMk id="29" creationId="{05480502-B0A8-B5A6-954F-020668AEEBB1}"/>
          </ac:picMkLst>
        </pc:picChg>
        <pc:picChg chg="del">
          <ac:chgData name="Xinyu Gong" userId="S::e1350126@u.nus.edu::c7427b0c-75dc-4831-b8f6-475319d5c0c7" providerId="AD" clId="Web-{0E7FB3A8-0F0C-34DB-909D-34721C62B166}" dt="2024-10-31T03:50:52.889" v="60"/>
          <ac:picMkLst>
            <pc:docMk/>
            <pc:sldMk cId="1757293745" sldId="611"/>
            <ac:picMk id="30" creationId="{7076459E-2C6B-0B57-655F-6BF34CC1EFBC}"/>
          </ac:picMkLst>
        </pc:picChg>
      </pc:sldChg>
      <pc:sldChg chg="del">
        <pc:chgData name="Xinyu Gong" userId="S::e1350126@u.nus.edu::c7427b0c-75dc-4831-b8f6-475319d5c0c7" providerId="AD" clId="Web-{0E7FB3A8-0F0C-34DB-909D-34721C62B166}" dt="2024-10-31T03:42:53.438" v="49"/>
        <pc:sldMkLst>
          <pc:docMk/>
          <pc:sldMk cId="1811805502" sldId="612"/>
        </pc:sldMkLst>
      </pc:sldChg>
      <pc:sldChg chg="del">
        <pc:chgData name="Xinyu Gong" userId="S::e1350126@u.nus.edu::c7427b0c-75dc-4831-b8f6-475319d5c0c7" providerId="AD" clId="Web-{0E7FB3A8-0F0C-34DB-909D-34721C62B166}" dt="2024-10-31T04:04:12.316" v="142"/>
        <pc:sldMkLst>
          <pc:docMk/>
          <pc:sldMk cId="4220204765" sldId="618"/>
        </pc:sldMkLst>
      </pc:sldChg>
      <pc:sldChg chg="del">
        <pc:chgData name="Xinyu Gong" userId="S::e1350126@u.nus.edu::c7427b0c-75dc-4831-b8f6-475319d5c0c7" providerId="AD" clId="Web-{0E7FB3A8-0F0C-34DB-909D-34721C62B166}" dt="2024-10-31T04:04:13.004" v="143"/>
        <pc:sldMkLst>
          <pc:docMk/>
          <pc:sldMk cId="2568460918" sldId="619"/>
        </pc:sldMkLst>
      </pc:sldChg>
      <pc:sldChg chg="del">
        <pc:chgData name="Xinyu Gong" userId="S::e1350126@u.nus.edu::c7427b0c-75dc-4831-b8f6-475319d5c0c7" providerId="AD" clId="Web-{0E7FB3A8-0F0C-34DB-909D-34721C62B166}" dt="2024-10-31T04:04:14.191" v="144"/>
        <pc:sldMkLst>
          <pc:docMk/>
          <pc:sldMk cId="2005084783" sldId="620"/>
        </pc:sldMkLst>
      </pc:sldChg>
      <pc:sldChg chg="addSp modSp add replId">
        <pc:chgData name="Xinyu Gong" userId="S::e1350126@u.nus.edu::c7427b0c-75dc-4831-b8f6-475319d5c0c7" providerId="AD" clId="Web-{0E7FB3A8-0F0C-34DB-909D-34721C62B166}" dt="2024-10-31T03:40:34.794" v="34" actId="20577"/>
        <pc:sldMkLst>
          <pc:docMk/>
          <pc:sldMk cId="3975502325" sldId="640"/>
        </pc:sldMkLst>
        <pc:spChg chg="add mod">
          <ac:chgData name="Xinyu Gong" userId="S::e1350126@u.nus.edu::c7427b0c-75dc-4831-b8f6-475319d5c0c7" providerId="AD" clId="Web-{0E7FB3A8-0F0C-34DB-909D-34721C62B166}" dt="2024-10-31T03:40:34.794" v="34" actId="20577"/>
          <ac:spMkLst>
            <pc:docMk/>
            <pc:sldMk cId="3975502325" sldId="640"/>
            <ac:spMk id="2" creationId="{3B3ACB75-482B-500E-BEA8-2DCDFB834CAA}"/>
          </ac:spMkLst>
        </pc:spChg>
        <pc:spChg chg="mod">
          <ac:chgData name="Xinyu Gong" userId="S::e1350126@u.nus.edu::c7427b0c-75dc-4831-b8f6-475319d5c0c7" providerId="AD" clId="Web-{0E7FB3A8-0F0C-34DB-909D-34721C62B166}" dt="2024-10-31T03:31:40.232" v="8" actId="1076"/>
          <ac:spMkLst>
            <pc:docMk/>
            <pc:sldMk cId="3975502325" sldId="640"/>
            <ac:spMk id="3" creationId="{33187652-2CDA-01C4-D4AC-958DD6A91E21}"/>
          </ac:spMkLst>
        </pc:spChg>
      </pc:sldChg>
      <pc:sldChg chg="addSp modSp add ord replId">
        <pc:chgData name="Xinyu Gong" userId="S::e1350126@u.nus.edu::c7427b0c-75dc-4831-b8f6-475319d5c0c7" providerId="AD" clId="Web-{0E7FB3A8-0F0C-34DB-909D-34721C62B166}" dt="2024-10-31T05:10:57.209" v="341" actId="1076"/>
        <pc:sldMkLst>
          <pc:docMk/>
          <pc:sldMk cId="3571763058" sldId="641"/>
        </pc:sldMkLst>
        <pc:spChg chg="mod">
          <ac:chgData name="Xinyu Gong" userId="S::e1350126@u.nus.edu::c7427b0c-75dc-4831-b8f6-475319d5c0c7" providerId="AD" clId="Web-{0E7FB3A8-0F0C-34DB-909D-34721C62B166}" dt="2024-10-31T03:58:46.823" v="102" actId="20577"/>
          <ac:spMkLst>
            <pc:docMk/>
            <pc:sldMk cId="3571763058" sldId="641"/>
            <ac:spMk id="6" creationId="{8BE8145E-4384-2C4D-1BEE-4364ECA70497}"/>
          </ac:spMkLst>
        </pc:spChg>
        <pc:spChg chg="add mod">
          <ac:chgData name="Xinyu Gong" userId="S::e1350126@u.nus.edu::c7427b0c-75dc-4831-b8f6-475319d5c0c7" providerId="AD" clId="Web-{0E7FB3A8-0F0C-34DB-909D-34721C62B166}" dt="2024-10-31T05:10:57.209" v="341" actId="1076"/>
          <ac:spMkLst>
            <pc:docMk/>
            <pc:sldMk cId="3571763058" sldId="641"/>
            <ac:spMk id="7" creationId="{5EE100AD-722B-0C76-E0A2-B7B66E98F088}"/>
          </ac:spMkLst>
        </pc:spChg>
        <pc:picChg chg="add">
          <ac:chgData name="Xinyu Gong" userId="S::e1350126@u.nus.edu::c7427b0c-75dc-4831-b8f6-475319d5c0c7" providerId="AD" clId="Web-{0E7FB3A8-0F0C-34DB-909D-34721C62B166}" dt="2024-10-31T05:07:09.187" v="317"/>
          <ac:picMkLst>
            <pc:docMk/>
            <pc:sldMk cId="3571763058" sldId="641"/>
            <ac:picMk id="4" creationId="{93E448A1-C53D-9D4F-E002-C8E73C22359B}"/>
          </ac:picMkLst>
        </pc:picChg>
        <pc:picChg chg="add mod">
          <ac:chgData name="Xinyu Gong" userId="S::e1350126@u.nus.edu::c7427b0c-75dc-4831-b8f6-475319d5c0c7" providerId="AD" clId="Web-{0E7FB3A8-0F0C-34DB-909D-34721C62B166}" dt="2024-10-31T05:08:31.533" v="321" actId="14100"/>
          <ac:picMkLst>
            <pc:docMk/>
            <pc:sldMk cId="3571763058" sldId="641"/>
            <ac:picMk id="5" creationId="{7DEA2E10-9C98-59AE-3E7B-527C34E01E7D}"/>
          </ac:picMkLst>
        </pc:picChg>
      </pc:sldChg>
      <pc:sldChg chg="addSp delSp modSp add ord replId">
        <pc:chgData name="Xinyu Gong" userId="S::e1350126@u.nus.edu::c7427b0c-75dc-4831-b8f6-475319d5c0c7" providerId="AD" clId="Web-{0E7FB3A8-0F0C-34DB-909D-34721C62B166}" dt="2024-10-31T05:02:14.742" v="281" actId="20577"/>
        <pc:sldMkLst>
          <pc:docMk/>
          <pc:sldMk cId="477092658" sldId="642"/>
        </pc:sldMkLst>
        <pc:spChg chg="mod">
          <ac:chgData name="Xinyu Gong" userId="S::e1350126@u.nus.edu::c7427b0c-75dc-4831-b8f6-475319d5c0c7" providerId="AD" clId="Web-{0E7FB3A8-0F0C-34DB-909D-34721C62B166}" dt="2024-10-31T05:00:53.974" v="266" actId="20577"/>
          <ac:spMkLst>
            <pc:docMk/>
            <pc:sldMk cId="477092658" sldId="642"/>
            <ac:spMk id="6" creationId="{8BE8145E-4384-2C4D-1BEE-4364ECA70497}"/>
          </ac:spMkLst>
        </pc:spChg>
        <pc:spChg chg="add mod">
          <ac:chgData name="Xinyu Gong" userId="S::e1350126@u.nus.edu::c7427b0c-75dc-4831-b8f6-475319d5c0c7" providerId="AD" clId="Web-{0E7FB3A8-0F0C-34DB-909D-34721C62B166}" dt="2024-10-31T05:02:14.742" v="281" actId="20577"/>
          <ac:spMkLst>
            <pc:docMk/>
            <pc:sldMk cId="477092658" sldId="642"/>
            <ac:spMk id="8" creationId="{4EF4127A-BFAA-AD71-ED25-E8A8027A57F2}"/>
          </ac:spMkLst>
        </pc:spChg>
        <pc:picChg chg="add del mod">
          <ac:chgData name="Xinyu Gong" userId="S::e1350126@u.nus.edu::c7427b0c-75dc-4831-b8f6-475319d5c0c7" providerId="AD" clId="Web-{0E7FB3A8-0F0C-34DB-909D-34721C62B166}" dt="2024-10-31T04:47:18.139" v="229"/>
          <ac:picMkLst>
            <pc:docMk/>
            <pc:sldMk cId="477092658" sldId="642"/>
            <ac:picMk id="3" creationId="{922E33CD-FD9A-94C5-E9D4-5B8D2D539245}"/>
          </ac:picMkLst>
        </pc:picChg>
        <pc:picChg chg="add del mod">
          <ac:chgData name="Xinyu Gong" userId="S::e1350126@u.nus.edu::c7427b0c-75dc-4831-b8f6-475319d5c0c7" providerId="AD" clId="Web-{0E7FB3A8-0F0C-34DB-909D-34721C62B166}" dt="2024-10-31T04:58:40.986" v="253"/>
          <ac:picMkLst>
            <pc:docMk/>
            <pc:sldMk cId="477092658" sldId="642"/>
            <ac:picMk id="4" creationId="{A8148D14-CB88-6890-468A-9B05D400FBE9}"/>
          </ac:picMkLst>
        </pc:picChg>
        <pc:picChg chg="add mod">
          <ac:chgData name="Xinyu Gong" userId="S::e1350126@u.nus.edu::c7427b0c-75dc-4831-b8f6-475319d5c0c7" providerId="AD" clId="Web-{0E7FB3A8-0F0C-34DB-909D-34721C62B166}" dt="2024-10-31T04:59:58.863" v="261" actId="1076"/>
          <ac:picMkLst>
            <pc:docMk/>
            <pc:sldMk cId="477092658" sldId="642"/>
            <ac:picMk id="5" creationId="{547CF08F-05E1-FC42-794E-6EF7D04AFA33}"/>
          </ac:picMkLst>
        </pc:picChg>
        <pc:picChg chg="add mod ord">
          <ac:chgData name="Xinyu Gong" userId="S::e1350126@u.nus.edu::c7427b0c-75dc-4831-b8f6-475319d5c0c7" providerId="AD" clId="Web-{0E7FB3A8-0F0C-34DB-909D-34721C62B166}" dt="2024-10-31T05:00:07.770" v="262" actId="14100"/>
          <ac:picMkLst>
            <pc:docMk/>
            <pc:sldMk cId="477092658" sldId="642"/>
            <ac:picMk id="7" creationId="{CC0F79D2-5D1A-6E77-E937-4FE575155DE1}"/>
          </ac:picMkLst>
        </pc:picChg>
      </pc:sldChg>
      <pc:sldChg chg="addSp delSp modSp add replId">
        <pc:chgData name="Xinyu Gong" userId="S::e1350126@u.nus.edu::c7427b0c-75dc-4831-b8f6-475319d5c0c7" providerId="AD" clId="Web-{0E7FB3A8-0F0C-34DB-909D-34721C62B166}" dt="2024-10-31T05:07:02.453" v="316" actId="14100"/>
        <pc:sldMkLst>
          <pc:docMk/>
          <pc:sldMk cId="909113396" sldId="643"/>
        </pc:sldMkLst>
        <pc:spChg chg="mod">
          <ac:chgData name="Xinyu Gong" userId="S::e1350126@u.nus.edu::c7427b0c-75dc-4831-b8f6-475319d5c0c7" providerId="AD" clId="Web-{0E7FB3A8-0F0C-34DB-909D-34721C62B166}" dt="2024-10-31T04:02:35.829" v="134" actId="20577"/>
          <ac:spMkLst>
            <pc:docMk/>
            <pc:sldMk cId="909113396" sldId="643"/>
            <ac:spMk id="6" creationId="{8BE8145E-4384-2C4D-1BEE-4364ECA70497}"/>
          </ac:spMkLst>
        </pc:spChg>
        <pc:spChg chg="add mod">
          <ac:chgData name="Xinyu Gong" userId="S::e1350126@u.nus.edu::c7427b0c-75dc-4831-b8f6-475319d5c0c7" providerId="AD" clId="Web-{0E7FB3A8-0F0C-34DB-909D-34721C62B166}" dt="2024-10-31T05:04:40.699" v="297" actId="1076"/>
          <ac:spMkLst>
            <pc:docMk/>
            <pc:sldMk cId="909113396" sldId="643"/>
            <ac:spMk id="8" creationId="{9A6A27C4-AFA5-F16E-B266-C5A54FDED6D4}"/>
          </ac:spMkLst>
        </pc:spChg>
        <pc:spChg chg="add mod">
          <ac:chgData name="Xinyu Gong" userId="S::e1350126@u.nus.edu::c7427b0c-75dc-4831-b8f6-475319d5c0c7" providerId="AD" clId="Web-{0E7FB3A8-0F0C-34DB-909D-34721C62B166}" dt="2024-10-31T05:05:24.841" v="306" actId="1076"/>
          <ac:spMkLst>
            <pc:docMk/>
            <pc:sldMk cId="909113396" sldId="643"/>
            <ac:spMk id="9" creationId="{BB3E8E56-0820-514A-226D-F3EAFE47F586}"/>
          </ac:spMkLst>
        </pc:spChg>
        <pc:picChg chg="add mod">
          <ac:chgData name="Xinyu Gong" userId="S::e1350126@u.nus.edu::c7427b0c-75dc-4831-b8f6-475319d5c0c7" providerId="AD" clId="Web-{0E7FB3A8-0F0C-34DB-909D-34721C62B166}" dt="2024-10-31T05:04:09.151" v="292" actId="1076"/>
          <ac:picMkLst>
            <pc:docMk/>
            <pc:sldMk cId="909113396" sldId="643"/>
            <ac:picMk id="4" creationId="{3F9408B9-1884-7B1A-0AC8-0E45B8C99582}"/>
          </ac:picMkLst>
        </pc:picChg>
        <pc:picChg chg="add del mod">
          <ac:chgData name="Xinyu Gong" userId="S::e1350126@u.nus.edu::c7427b0c-75dc-4831-b8f6-475319d5c0c7" providerId="AD" clId="Web-{0E7FB3A8-0F0C-34DB-909D-34721C62B166}" dt="2024-10-31T05:03:00.024" v="285"/>
          <ac:picMkLst>
            <pc:docMk/>
            <pc:sldMk cId="909113396" sldId="643"/>
            <ac:picMk id="5" creationId="{A087F86C-DBD9-6BF3-AE34-0B636AC44206}"/>
          </ac:picMkLst>
        </pc:picChg>
        <pc:picChg chg="add mod">
          <ac:chgData name="Xinyu Gong" userId="S::e1350126@u.nus.edu::c7427b0c-75dc-4831-b8f6-475319d5c0c7" providerId="AD" clId="Web-{0E7FB3A8-0F0C-34DB-909D-34721C62B166}" dt="2024-10-31T05:06:22.655" v="308" actId="1076"/>
          <ac:picMkLst>
            <pc:docMk/>
            <pc:sldMk cId="909113396" sldId="643"/>
            <ac:picMk id="7" creationId="{332BBCD2-D794-983C-7FCA-5AB2E1DDDDB3}"/>
          </ac:picMkLst>
        </pc:picChg>
        <pc:cxnChg chg="add mod">
          <ac:chgData name="Xinyu Gong" userId="S::e1350126@u.nus.edu::c7427b0c-75dc-4831-b8f6-475319d5c0c7" providerId="AD" clId="Web-{0E7FB3A8-0F0C-34DB-909D-34721C62B166}" dt="2024-10-31T05:06:37.061" v="312" actId="14100"/>
          <ac:cxnSpMkLst>
            <pc:docMk/>
            <pc:sldMk cId="909113396" sldId="643"/>
            <ac:cxnSpMk id="10" creationId="{E25EAF50-C117-7C33-82C6-1311032EB1C4}"/>
          </ac:cxnSpMkLst>
        </pc:cxnChg>
        <pc:cxnChg chg="add mod">
          <ac:chgData name="Xinyu Gong" userId="S::e1350126@u.nus.edu::c7427b0c-75dc-4831-b8f6-475319d5c0c7" providerId="AD" clId="Web-{0E7FB3A8-0F0C-34DB-909D-34721C62B166}" dt="2024-10-31T05:07:02.453" v="316" actId="14100"/>
          <ac:cxnSpMkLst>
            <pc:docMk/>
            <pc:sldMk cId="909113396" sldId="643"/>
            <ac:cxnSpMk id="11" creationId="{9C4CDFDE-79B8-5B5B-6387-9C9079D81EE5}"/>
          </ac:cxnSpMkLst>
        </pc:cxnChg>
      </pc:sldChg>
      <pc:sldChg chg="modSp add ord replId">
        <pc:chgData name="Xinyu Gong" userId="S::e1350126@u.nus.edu::c7427b0c-75dc-4831-b8f6-475319d5c0c7" providerId="AD" clId="Web-{0E7FB3A8-0F0C-34DB-909D-34721C62B166}" dt="2024-10-31T05:11:12.350" v="343" actId="20577"/>
        <pc:sldMkLst>
          <pc:docMk/>
          <pc:sldMk cId="1374594574" sldId="644"/>
        </pc:sldMkLst>
        <pc:spChg chg="mod">
          <ac:chgData name="Xinyu Gong" userId="S::e1350126@u.nus.edu::c7427b0c-75dc-4831-b8f6-475319d5c0c7" providerId="AD" clId="Web-{0E7FB3A8-0F0C-34DB-909D-34721C62B166}" dt="2024-10-31T05:11:12.350" v="343" actId="20577"/>
          <ac:spMkLst>
            <pc:docMk/>
            <pc:sldMk cId="1374594574" sldId="644"/>
            <ac:spMk id="2" creationId="{00000000-0000-0000-0000-000000000000}"/>
          </ac:spMkLst>
        </pc:spChg>
        <pc:spChg chg="mod">
          <ac:chgData name="Xinyu Gong" userId="S::e1350126@u.nus.edu::c7427b0c-75dc-4831-b8f6-475319d5c0c7" providerId="AD" clId="Web-{0E7FB3A8-0F0C-34DB-909D-34721C62B166}" dt="2024-10-31T04:17:33.010" v="204" actId="20577"/>
          <ac:spMkLst>
            <pc:docMk/>
            <pc:sldMk cId="1374594574" sldId="644"/>
            <ac:spMk id="10" creationId="{92C80EE2-6066-19FB-5C4C-61416963B9CE}"/>
          </ac:spMkLst>
        </pc:spChg>
      </pc:sldChg>
      <pc:sldChg chg="addSp delSp modSp add replId">
        <pc:chgData name="Xinyu Gong" userId="S::e1350126@u.nus.edu::c7427b0c-75dc-4831-b8f6-475319d5c0c7" providerId="AD" clId="Web-{0E7FB3A8-0F0C-34DB-909D-34721C62B166}" dt="2024-10-31T05:22:18.134" v="466" actId="14100"/>
        <pc:sldMkLst>
          <pc:docMk/>
          <pc:sldMk cId="111976462" sldId="645"/>
        </pc:sldMkLst>
        <pc:spChg chg="mod">
          <ac:chgData name="Xinyu Gong" userId="S::e1350126@u.nus.edu::c7427b0c-75dc-4831-b8f6-475319d5c0c7" providerId="AD" clId="Web-{0E7FB3A8-0F0C-34DB-909D-34721C62B166}" dt="2024-10-31T04:21:28.079" v="211"/>
          <ac:spMkLst>
            <pc:docMk/>
            <pc:sldMk cId="111976462" sldId="645"/>
            <ac:spMk id="2" creationId="{D76EC0E0-0D4C-1F31-C216-6497B6F85696}"/>
          </ac:spMkLst>
        </pc:spChg>
        <pc:spChg chg="add del mod">
          <ac:chgData name="Xinyu Gong" userId="S::e1350126@u.nus.edu::c7427b0c-75dc-4831-b8f6-475319d5c0c7" providerId="AD" clId="Web-{0E7FB3A8-0F0C-34DB-909D-34721C62B166}" dt="2024-10-31T05:11:43.367" v="346"/>
          <ac:spMkLst>
            <pc:docMk/>
            <pc:sldMk cId="111976462" sldId="645"/>
            <ac:spMk id="3" creationId="{D1BB6D0F-6B4B-E2D4-CBEF-16ADC24988A0}"/>
          </ac:spMkLst>
        </pc:spChg>
        <pc:spChg chg="add mod">
          <ac:chgData name="Xinyu Gong" userId="S::e1350126@u.nus.edu::c7427b0c-75dc-4831-b8f6-475319d5c0c7" providerId="AD" clId="Web-{0E7FB3A8-0F0C-34DB-909D-34721C62B166}" dt="2024-10-31T05:19:34.161" v="447" actId="1076"/>
          <ac:spMkLst>
            <pc:docMk/>
            <pc:sldMk cId="111976462" sldId="645"/>
            <ac:spMk id="4" creationId="{3F05D70B-F401-3805-98AC-641257FD98C6}"/>
          </ac:spMkLst>
        </pc:spChg>
        <pc:spChg chg="add mod">
          <ac:chgData name="Xinyu Gong" userId="S::e1350126@u.nus.edu::c7427b0c-75dc-4831-b8f6-475319d5c0c7" providerId="AD" clId="Web-{0E7FB3A8-0F0C-34DB-909D-34721C62B166}" dt="2024-10-31T05:20:37.678" v="457" actId="1076"/>
          <ac:spMkLst>
            <pc:docMk/>
            <pc:sldMk cId="111976462" sldId="645"/>
            <ac:spMk id="5" creationId="{831C444F-3BC8-ABF2-6A39-3338B01A86BB}"/>
          </ac:spMkLst>
        </pc:spChg>
        <pc:spChg chg="del">
          <ac:chgData name="Xinyu Gong" userId="S::e1350126@u.nus.edu::c7427b0c-75dc-4831-b8f6-475319d5c0c7" providerId="AD" clId="Web-{0E7FB3A8-0F0C-34DB-909D-34721C62B166}" dt="2024-10-31T04:21:32.204" v="212"/>
          <ac:spMkLst>
            <pc:docMk/>
            <pc:sldMk cId="111976462" sldId="645"/>
            <ac:spMk id="6" creationId="{8BE8145E-4384-2C4D-1BEE-4364ECA70497}"/>
          </ac:spMkLst>
        </pc:spChg>
        <pc:spChg chg="add mod">
          <ac:chgData name="Xinyu Gong" userId="S::e1350126@u.nus.edu::c7427b0c-75dc-4831-b8f6-475319d5c0c7" providerId="AD" clId="Web-{0E7FB3A8-0F0C-34DB-909D-34721C62B166}" dt="2024-10-31T05:20:43.209" v="458" actId="1076"/>
          <ac:spMkLst>
            <pc:docMk/>
            <pc:sldMk cId="111976462" sldId="645"/>
            <ac:spMk id="7" creationId="{1B9DB7B2-055A-8496-9353-138D1A2E7708}"/>
          </ac:spMkLst>
        </pc:spChg>
        <pc:spChg chg="add">
          <ac:chgData name="Xinyu Gong" userId="S::e1350126@u.nus.edu::c7427b0c-75dc-4831-b8f6-475319d5c0c7" providerId="AD" clId="Web-{0E7FB3A8-0F0C-34DB-909D-34721C62B166}" dt="2024-10-31T05:13:35.479" v="363"/>
          <ac:spMkLst>
            <pc:docMk/>
            <pc:sldMk cId="111976462" sldId="645"/>
            <ac:spMk id="8" creationId="{3621CE13-917D-40FA-B7CD-AAC3BC80316A}"/>
          </ac:spMkLst>
        </pc:spChg>
        <pc:spChg chg="add mod">
          <ac:chgData name="Xinyu Gong" userId="S::e1350126@u.nus.edu::c7427b0c-75dc-4831-b8f6-475319d5c0c7" providerId="AD" clId="Web-{0E7FB3A8-0F0C-34DB-909D-34721C62B166}" dt="2024-10-31T05:13:45.354" v="367" actId="1076"/>
          <ac:spMkLst>
            <pc:docMk/>
            <pc:sldMk cId="111976462" sldId="645"/>
            <ac:spMk id="9" creationId="{F3D0737A-19EA-B368-CBFB-8BD4840169C5}"/>
          </ac:spMkLst>
        </pc:spChg>
        <pc:spChg chg="add mod">
          <ac:chgData name="Xinyu Gong" userId="S::e1350126@u.nus.edu::c7427b0c-75dc-4831-b8f6-475319d5c0c7" providerId="AD" clId="Web-{0E7FB3A8-0F0C-34DB-909D-34721C62B166}" dt="2024-10-31T05:13:42.823" v="366" actId="1076"/>
          <ac:spMkLst>
            <pc:docMk/>
            <pc:sldMk cId="111976462" sldId="645"/>
            <ac:spMk id="10" creationId="{269BBCCC-A676-0DB4-F62F-462B1AD11100}"/>
          </ac:spMkLst>
        </pc:spChg>
        <pc:spChg chg="add del mod">
          <ac:chgData name="Xinyu Gong" userId="S::e1350126@u.nus.edu::c7427b0c-75dc-4831-b8f6-475319d5c0c7" providerId="AD" clId="Web-{0E7FB3A8-0F0C-34DB-909D-34721C62B166}" dt="2024-10-31T05:17:38.876" v="425"/>
          <ac:spMkLst>
            <pc:docMk/>
            <pc:sldMk cId="111976462" sldId="645"/>
            <ac:spMk id="14" creationId="{2BB5DD57-E712-F280-F977-4C85D21212B7}"/>
          </ac:spMkLst>
        </pc:spChg>
        <pc:spChg chg="add del mod">
          <ac:chgData name="Xinyu Gong" userId="S::e1350126@u.nus.edu::c7427b0c-75dc-4831-b8f6-475319d5c0c7" providerId="AD" clId="Web-{0E7FB3A8-0F0C-34DB-909D-34721C62B166}" dt="2024-10-31T05:17:42.298" v="426"/>
          <ac:spMkLst>
            <pc:docMk/>
            <pc:sldMk cId="111976462" sldId="645"/>
            <ac:spMk id="15" creationId="{9DFA96F0-5CA6-86DC-1D7F-5E1A8A7DD709}"/>
          </ac:spMkLst>
        </pc:spChg>
        <pc:spChg chg="add mod">
          <ac:chgData name="Xinyu Gong" userId="S::e1350126@u.nus.edu::c7427b0c-75dc-4831-b8f6-475319d5c0c7" providerId="AD" clId="Web-{0E7FB3A8-0F0C-34DB-909D-34721C62B166}" dt="2024-10-31T05:16:02.952" v="405" actId="20577"/>
          <ac:spMkLst>
            <pc:docMk/>
            <pc:sldMk cId="111976462" sldId="645"/>
            <ac:spMk id="16" creationId="{5B14255F-1176-3396-31DC-4CF456247645}"/>
          </ac:spMkLst>
        </pc:spChg>
        <pc:spChg chg="add mod">
          <ac:chgData name="Xinyu Gong" userId="S::e1350126@u.nus.edu::c7427b0c-75dc-4831-b8f6-475319d5c0c7" providerId="AD" clId="Web-{0E7FB3A8-0F0C-34DB-909D-34721C62B166}" dt="2024-10-31T05:16:31.015" v="411" actId="1076"/>
          <ac:spMkLst>
            <pc:docMk/>
            <pc:sldMk cId="111976462" sldId="645"/>
            <ac:spMk id="17" creationId="{447FFD7F-4E70-6DE6-95B1-E24E3858EC99}"/>
          </ac:spMkLst>
        </pc:spChg>
        <pc:spChg chg="add mod">
          <ac:chgData name="Xinyu Gong" userId="S::e1350126@u.nus.edu::c7427b0c-75dc-4831-b8f6-475319d5c0c7" providerId="AD" clId="Web-{0E7FB3A8-0F0C-34DB-909D-34721C62B166}" dt="2024-10-31T05:17:33.017" v="424" actId="1076"/>
          <ac:spMkLst>
            <pc:docMk/>
            <pc:sldMk cId="111976462" sldId="645"/>
            <ac:spMk id="18" creationId="{259E6D3D-0125-420A-7BF8-9CCA5BF0187F}"/>
          </ac:spMkLst>
        </pc:spChg>
        <pc:spChg chg="add mod">
          <ac:chgData name="Xinyu Gong" userId="S::e1350126@u.nus.edu::c7427b0c-75dc-4831-b8f6-475319d5c0c7" providerId="AD" clId="Web-{0E7FB3A8-0F0C-34DB-909D-34721C62B166}" dt="2024-10-31T05:19:45.364" v="450" actId="1076"/>
          <ac:spMkLst>
            <pc:docMk/>
            <pc:sldMk cId="111976462" sldId="645"/>
            <ac:spMk id="19" creationId="{3BBFDBF7-8FDA-6B25-DF01-83C635733D57}"/>
          </ac:spMkLst>
        </pc:spChg>
        <pc:spChg chg="add mod">
          <ac:chgData name="Xinyu Gong" userId="S::e1350126@u.nus.edu::c7427b0c-75dc-4831-b8f6-475319d5c0c7" providerId="AD" clId="Web-{0E7FB3A8-0F0C-34DB-909D-34721C62B166}" dt="2024-10-31T05:20:56.210" v="459" actId="1076"/>
          <ac:spMkLst>
            <pc:docMk/>
            <pc:sldMk cId="111976462" sldId="645"/>
            <ac:spMk id="20" creationId="{B51ACD9C-4CF4-495D-7EF4-32B2BC37138E}"/>
          </ac:spMkLst>
        </pc:spChg>
        <pc:spChg chg="add mod">
          <ac:chgData name="Xinyu Gong" userId="S::e1350126@u.nus.edu::c7427b0c-75dc-4831-b8f6-475319d5c0c7" providerId="AD" clId="Web-{0E7FB3A8-0F0C-34DB-909D-34721C62B166}" dt="2024-10-31T05:22:18.134" v="466" actId="14100"/>
          <ac:spMkLst>
            <pc:docMk/>
            <pc:sldMk cId="111976462" sldId="645"/>
            <ac:spMk id="21" creationId="{0F46E725-A576-FA02-4C79-F483F3E70230}"/>
          </ac:spMkLst>
        </pc:spChg>
        <pc:picChg chg="add mod">
          <ac:chgData name="Xinyu Gong" userId="S::e1350126@u.nus.edu::c7427b0c-75dc-4831-b8f6-475319d5c0c7" providerId="AD" clId="Web-{0E7FB3A8-0F0C-34DB-909D-34721C62B166}" dt="2024-10-31T05:15:03.841" v="387" actId="1076"/>
          <ac:picMkLst>
            <pc:docMk/>
            <pc:sldMk cId="111976462" sldId="645"/>
            <ac:picMk id="11" creationId="{38074137-5BDD-2421-F86B-C752D20AC040}"/>
          </ac:picMkLst>
        </pc:picChg>
        <pc:picChg chg="add mod">
          <ac:chgData name="Xinyu Gong" userId="S::e1350126@u.nus.edu::c7427b0c-75dc-4831-b8f6-475319d5c0c7" providerId="AD" clId="Web-{0E7FB3A8-0F0C-34DB-909D-34721C62B166}" dt="2024-10-31T05:14:40.606" v="378" actId="1076"/>
          <ac:picMkLst>
            <pc:docMk/>
            <pc:sldMk cId="111976462" sldId="645"/>
            <ac:picMk id="12" creationId="{7E7F4F8D-3CBF-AB2C-F11D-073DFDD9ED9A}"/>
          </ac:picMkLst>
        </pc:picChg>
        <pc:picChg chg="add mod">
          <ac:chgData name="Xinyu Gong" userId="S::e1350126@u.nus.edu::c7427b0c-75dc-4831-b8f6-475319d5c0c7" providerId="AD" clId="Web-{0E7FB3A8-0F0C-34DB-909D-34721C62B166}" dt="2024-10-31T05:14:58.606" v="385" actId="1076"/>
          <ac:picMkLst>
            <pc:docMk/>
            <pc:sldMk cId="111976462" sldId="645"/>
            <ac:picMk id="13" creationId="{2A35FEBE-C06A-BC8A-5427-0FE9EB3146B1}"/>
          </ac:picMkLst>
        </pc:picChg>
      </pc:sldChg>
      <pc:sldChg chg="addSp delSp modSp add replId">
        <pc:chgData name="Xinyu Gong" userId="S::e1350126@u.nus.edu::c7427b0c-75dc-4831-b8f6-475319d5c0c7" providerId="AD" clId="Web-{0E7FB3A8-0F0C-34DB-909D-34721C62B166}" dt="2024-10-31T06:05:56.791" v="551" actId="1076"/>
        <pc:sldMkLst>
          <pc:docMk/>
          <pc:sldMk cId="2646672886" sldId="646"/>
        </pc:sldMkLst>
        <pc:spChg chg="mod">
          <ac:chgData name="Xinyu Gong" userId="S::e1350126@u.nus.edu::c7427b0c-75dc-4831-b8f6-475319d5c0c7" providerId="AD" clId="Web-{0E7FB3A8-0F0C-34DB-909D-34721C62B166}" dt="2024-10-31T04:21:51.829" v="218"/>
          <ac:spMkLst>
            <pc:docMk/>
            <pc:sldMk cId="2646672886" sldId="646"/>
            <ac:spMk id="2" creationId="{D76EC0E0-0D4C-1F31-C216-6497B6F85696}"/>
          </ac:spMkLst>
        </pc:spChg>
        <pc:spChg chg="add del mod">
          <ac:chgData name="Xinyu Gong" userId="S::e1350126@u.nus.edu::c7427b0c-75dc-4831-b8f6-475319d5c0c7" providerId="AD" clId="Web-{0E7FB3A8-0F0C-34DB-909D-34721C62B166}" dt="2024-10-31T05:46:41.982" v="469"/>
          <ac:spMkLst>
            <pc:docMk/>
            <pc:sldMk cId="2646672886" sldId="646"/>
            <ac:spMk id="3" creationId="{4384C873-3019-09A1-F5B6-EC87162938B2}"/>
          </ac:spMkLst>
        </pc:spChg>
        <pc:spChg chg="add del mod">
          <ac:chgData name="Xinyu Gong" userId="S::e1350126@u.nus.edu::c7427b0c-75dc-4831-b8f6-475319d5c0c7" providerId="AD" clId="Web-{0E7FB3A8-0F0C-34DB-909D-34721C62B166}" dt="2024-10-31T05:18:54.113" v="436"/>
          <ac:spMkLst>
            <pc:docMk/>
            <pc:sldMk cId="2646672886" sldId="646"/>
            <ac:spMk id="3" creationId="{599E4542-6065-57BF-A072-7F7BB04ACBA6}"/>
          </ac:spMkLst>
        </pc:spChg>
        <pc:spChg chg="add mod">
          <ac:chgData name="Xinyu Gong" userId="S::e1350126@u.nus.edu::c7427b0c-75dc-4831-b8f6-475319d5c0c7" providerId="AD" clId="Web-{0E7FB3A8-0F0C-34DB-909D-34721C62B166}" dt="2024-10-31T05:47:49.453" v="487"/>
          <ac:spMkLst>
            <pc:docMk/>
            <pc:sldMk cId="2646672886" sldId="646"/>
            <ac:spMk id="5" creationId="{0022D1A3-46F4-04F3-93DC-04843D02969B}"/>
          </ac:spMkLst>
        </pc:spChg>
        <pc:spChg chg="add mod">
          <ac:chgData name="Xinyu Gong" userId="S::e1350126@u.nus.edu::c7427b0c-75dc-4831-b8f6-475319d5c0c7" providerId="AD" clId="Web-{0E7FB3A8-0F0C-34DB-909D-34721C62B166}" dt="2024-10-31T05:47:43.391" v="485"/>
          <ac:spMkLst>
            <pc:docMk/>
            <pc:sldMk cId="2646672886" sldId="646"/>
            <ac:spMk id="7" creationId="{489EB780-6507-BD3E-2CC8-6B0461FFFFFE}"/>
          </ac:spMkLst>
        </pc:spChg>
        <pc:spChg chg="add mod">
          <ac:chgData name="Xinyu Gong" userId="S::e1350126@u.nus.edu::c7427b0c-75dc-4831-b8f6-475319d5c0c7" providerId="AD" clId="Web-{0E7FB3A8-0F0C-34DB-909D-34721C62B166}" dt="2024-10-31T05:48:04.407" v="489"/>
          <ac:spMkLst>
            <pc:docMk/>
            <pc:sldMk cId="2646672886" sldId="646"/>
            <ac:spMk id="9" creationId="{7578DEED-1018-107F-4410-36940CE2D39C}"/>
          </ac:spMkLst>
        </pc:spChg>
        <pc:spChg chg="add mod">
          <ac:chgData name="Xinyu Gong" userId="S::e1350126@u.nus.edu::c7427b0c-75dc-4831-b8f6-475319d5c0c7" providerId="AD" clId="Web-{0E7FB3A8-0F0C-34DB-909D-34721C62B166}" dt="2024-10-31T05:54:04.889" v="515" actId="1076"/>
          <ac:spMkLst>
            <pc:docMk/>
            <pc:sldMk cId="2646672886" sldId="646"/>
            <ac:spMk id="11" creationId="{725E7771-5405-57AA-B140-96F1DCA87786}"/>
          </ac:spMkLst>
        </pc:spChg>
        <pc:spChg chg="add mod">
          <ac:chgData name="Xinyu Gong" userId="S::e1350126@u.nus.edu::c7427b0c-75dc-4831-b8f6-475319d5c0c7" providerId="AD" clId="Web-{0E7FB3A8-0F0C-34DB-909D-34721C62B166}" dt="2024-10-31T05:55:01.313" v="537" actId="1076"/>
          <ac:spMkLst>
            <pc:docMk/>
            <pc:sldMk cId="2646672886" sldId="646"/>
            <ac:spMk id="13" creationId="{E8923EF2-1F9D-9D29-2496-C64C364B4F92}"/>
          </ac:spMkLst>
        </pc:spChg>
        <pc:spChg chg="add mod">
          <ac:chgData name="Xinyu Gong" userId="S::e1350126@u.nus.edu::c7427b0c-75dc-4831-b8f6-475319d5c0c7" providerId="AD" clId="Web-{0E7FB3A8-0F0C-34DB-909D-34721C62B166}" dt="2024-10-31T06:05:56.791" v="551" actId="1076"/>
          <ac:spMkLst>
            <pc:docMk/>
            <pc:sldMk cId="2646672886" sldId="646"/>
            <ac:spMk id="15" creationId="{1363EB73-7D2D-0578-FCCA-6B81F9861562}"/>
          </ac:spMkLst>
        </pc:spChg>
        <pc:picChg chg="add del mod">
          <ac:chgData name="Xinyu Gong" userId="S::e1350126@u.nus.edu::c7427b0c-75dc-4831-b8f6-475319d5c0c7" providerId="AD" clId="Web-{0E7FB3A8-0F0C-34DB-909D-34721C62B166}" dt="2024-10-31T05:47:06.780" v="480"/>
          <ac:picMkLst>
            <pc:docMk/>
            <pc:sldMk cId="2646672886" sldId="646"/>
            <ac:picMk id="17" creationId="{365CD04B-D1F9-911B-3CA2-F46079F68470}"/>
          </ac:picMkLst>
        </pc:picChg>
        <pc:picChg chg="add del">
          <ac:chgData name="Xinyu Gong" userId="S::e1350126@u.nus.edu::c7427b0c-75dc-4831-b8f6-475319d5c0c7" providerId="AD" clId="Web-{0E7FB3A8-0F0C-34DB-909D-34721C62B166}" dt="2024-10-31T05:47:24.843" v="483"/>
          <ac:picMkLst>
            <pc:docMk/>
            <pc:sldMk cId="2646672886" sldId="646"/>
            <ac:picMk id="19" creationId="{30E18E26-9E1B-169D-55E0-DEDA7228F687}"/>
          </ac:picMkLst>
        </pc:picChg>
        <pc:picChg chg="add del">
          <ac:chgData name="Xinyu Gong" userId="S::e1350126@u.nus.edu::c7427b0c-75dc-4831-b8f6-475319d5c0c7" providerId="AD" clId="Web-{0E7FB3A8-0F0C-34DB-909D-34721C62B166}" dt="2024-10-31T05:47:26.140" v="484"/>
          <ac:picMkLst>
            <pc:docMk/>
            <pc:sldMk cId="2646672886" sldId="646"/>
            <ac:picMk id="21" creationId="{767E500B-4E60-3F5B-3973-408693B09BAA}"/>
          </ac:picMkLst>
        </pc:picChg>
        <pc:picChg chg="add mod">
          <ac:chgData name="Xinyu Gong" userId="S::e1350126@u.nus.edu::c7427b0c-75dc-4831-b8f6-475319d5c0c7" providerId="AD" clId="Web-{0E7FB3A8-0F0C-34DB-909D-34721C62B166}" dt="2024-10-31T05:48:47.205" v="493" actId="1076"/>
          <ac:picMkLst>
            <pc:docMk/>
            <pc:sldMk cId="2646672886" sldId="646"/>
            <ac:picMk id="22" creationId="{90F57DCE-486D-4BDE-6116-32C661C2B605}"/>
          </ac:picMkLst>
        </pc:picChg>
        <pc:picChg chg="add mod">
          <ac:chgData name="Xinyu Gong" userId="S::e1350126@u.nus.edu::c7427b0c-75dc-4831-b8f6-475319d5c0c7" providerId="AD" clId="Web-{0E7FB3A8-0F0C-34DB-909D-34721C62B166}" dt="2024-10-31T06:04:18.319" v="540" actId="1076"/>
          <ac:picMkLst>
            <pc:docMk/>
            <pc:sldMk cId="2646672886" sldId="646"/>
            <ac:picMk id="23" creationId="{7700A4B3-9A97-1376-AD06-1A62B3C1437A}"/>
          </ac:picMkLst>
        </pc:picChg>
      </pc:sldChg>
      <pc:sldChg chg="modSp add replId">
        <pc:chgData name="Xinyu Gong" userId="S::e1350126@u.nus.edu::c7427b0c-75dc-4831-b8f6-475319d5c0c7" providerId="AD" clId="Web-{0E7FB3A8-0F0C-34DB-909D-34721C62B166}" dt="2024-10-31T04:43:20.477" v="224"/>
        <pc:sldMkLst>
          <pc:docMk/>
          <pc:sldMk cId="4062550329" sldId="647"/>
        </pc:sldMkLst>
        <pc:spChg chg="mod">
          <ac:chgData name="Xinyu Gong" userId="S::e1350126@u.nus.edu::c7427b0c-75dc-4831-b8f6-475319d5c0c7" providerId="AD" clId="Web-{0E7FB3A8-0F0C-34DB-909D-34721C62B166}" dt="2024-10-31T04:43:20.477" v="224"/>
          <ac:spMkLst>
            <pc:docMk/>
            <pc:sldMk cId="4062550329" sldId="647"/>
            <ac:spMk id="2" creationId="{D76EC0E0-0D4C-1F31-C216-6497B6F85696}"/>
          </ac:spMkLst>
        </pc:spChg>
      </pc:sldChg>
      <pc:sldChg chg="add del replId">
        <pc:chgData name="Xinyu Gong" userId="S::e1350126@u.nus.edu::c7427b0c-75dc-4831-b8f6-475319d5c0c7" providerId="AD" clId="Web-{0E7FB3A8-0F0C-34DB-909D-34721C62B166}" dt="2024-10-31T05:02:33.164" v="283"/>
        <pc:sldMkLst>
          <pc:docMk/>
          <pc:sldMk cId="321678398" sldId="648"/>
        </pc:sldMkLst>
      </pc:sldChg>
      <pc:sldChg chg="add del replId">
        <pc:chgData name="Xinyu Gong" userId="S::e1350126@u.nus.edu::c7427b0c-75dc-4831-b8f6-475319d5c0c7" providerId="AD" clId="Web-{0E7FB3A8-0F0C-34DB-909D-34721C62B166}" dt="2024-10-31T04:51:17.537" v="242"/>
        <pc:sldMkLst>
          <pc:docMk/>
          <pc:sldMk cId="567693049" sldId="649"/>
        </pc:sldMkLst>
      </pc:sldChg>
      <pc:sldChg chg="add del replId">
        <pc:chgData name="Xinyu Gong" userId="S::e1350126@u.nus.edu::c7427b0c-75dc-4831-b8f6-475319d5c0c7" providerId="AD" clId="Web-{0E7FB3A8-0F0C-34DB-909D-34721C62B166}" dt="2024-10-31T04:51:27.474" v="244"/>
        <pc:sldMkLst>
          <pc:docMk/>
          <pc:sldMk cId="4289929374" sldId="649"/>
        </pc:sldMkLst>
      </pc:sldChg>
    </pc:docChg>
  </pc:docChgLst>
  <pc:docChgLst>
    <pc:chgData name="Xinyu Gong" userId="S::e1350126@u.nus.edu::c7427b0c-75dc-4831-b8f6-475319d5c0c7" providerId="AD" clId="Web-{7F3400D5-A936-AF9E-2F59-2C067C987D66}"/>
    <pc:docChg chg="modSld">
      <pc:chgData name="Xinyu Gong" userId="S::e1350126@u.nus.edu::c7427b0c-75dc-4831-b8f6-475319d5c0c7" providerId="AD" clId="Web-{7F3400D5-A936-AF9E-2F59-2C067C987D66}" dt="2024-10-31T06:18:37.286" v="199" actId="1076"/>
      <pc:docMkLst>
        <pc:docMk/>
      </pc:docMkLst>
      <pc:sldChg chg="addSp modSp">
        <pc:chgData name="Xinyu Gong" userId="S::e1350126@u.nus.edu::c7427b0c-75dc-4831-b8f6-475319d5c0c7" providerId="AD" clId="Web-{7F3400D5-A936-AF9E-2F59-2C067C987D66}" dt="2024-10-31T06:07:27.058" v="9" actId="1076"/>
        <pc:sldMkLst>
          <pc:docMk/>
          <pc:sldMk cId="2646672886" sldId="646"/>
        </pc:sldMkLst>
        <pc:picChg chg="add mod">
          <ac:chgData name="Xinyu Gong" userId="S::e1350126@u.nus.edu::c7427b0c-75dc-4831-b8f6-475319d5c0c7" providerId="AD" clId="Web-{7F3400D5-A936-AF9E-2F59-2C067C987D66}" dt="2024-10-31T06:07:27.058" v="9" actId="1076"/>
          <ac:picMkLst>
            <pc:docMk/>
            <pc:sldMk cId="2646672886" sldId="646"/>
            <ac:picMk id="3" creationId="{75371DFC-E382-E92A-483C-ED80488B7120}"/>
          </ac:picMkLst>
        </pc:picChg>
      </pc:sldChg>
      <pc:sldChg chg="addSp modSp">
        <pc:chgData name="Xinyu Gong" userId="S::e1350126@u.nus.edu::c7427b0c-75dc-4831-b8f6-475319d5c0c7" providerId="AD" clId="Web-{7F3400D5-A936-AF9E-2F59-2C067C987D66}" dt="2024-10-31T06:18:37.286" v="199" actId="1076"/>
        <pc:sldMkLst>
          <pc:docMk/>
          <pc:sldMk cId="4062550329" sldId="647"/>
        </pc:sldMkLst>
        <pc:spChg chg="add mod">
          <ac:chgData name="Xinyu Gong" userId="S::e1350126@u.nus.edu::c7427b0c-75dc-4831-b8f6-475319d5c0c7" providerId="AD" clId="Web-{7F3400D5-A936-AF9E-2F59-2C067C987D66}" dt="2024-10-31T06:10:21.033" v="17" actId="14100"/>
          <ac:spMkLst>
            <pc:docMk/>
            <pc:sldMk cId="4062550329" sldId="647"/>
            <ac:spMk id="3" creationId="{F9DBBC4F-FF86-1C7C-DA25-EE09B08E6906}"/>
          </ac:spMkLst>
        </pc:spChg>
        <pc:spChg chg="add mod">
          <ac:chgData name="Xinyu Gong" userId="S::e1350126@u.nus.edu::c7427b0c-75dc-4831-b8f6-475319d5c0c7" providerId="AD" clId="Web-{7F3400D5-A936-AF9E-2F59-2C067C987D66}" dt="2024-10-31T06:13:50.135" v="82" actId="1076"/>
          <ac:spMkLst>
            <pc:docMk/>
            <pc:sldMk cId="4062550329" sldId="647"/>
            <ac:spMk id="5" creationId="{7161F895-DD30-2BB7-62C8-9E6CB02DC849}"/>
          </ac:spMkLst>
        </pc:spChg>
        <pc:spChg chg="add mod">
          <ac:chgData name="Xinyu Gong" userId="S::e1350126@u.nus.edu::c7427b0c-75dc-4831-b8f6-475319d5c0c7" providerId="AD" clId="Web-{7F3400D5-A936-AF9E-2F59-2C067C987D66}" dt="2024-10-31T06:17:00.016" v="146" actId="20577"/>
          <ac:spMkLst>
            <pc:docMk/>
            <pc:sldMk cId="4062550329" sldId="647"/>
            <ac:spMk id="6" creationId="{3284DAF9-95CF-E7BA-DF0D-9A828168B77B}"/>
          </ac:spMkLst>
        </pc:spChg>
        <pc:spChg chg="add mod">
          <ac:chgData name="Xinyu Gong" userId="S::e1350126@u.nus.edu::c7427b0c-75dc-4831-b8f6-475319d5c0c7" providerId="AD" clId="Web-{7F3400D5-A936-AF9E-2F59-2C067C987D66}" dt="2024-10-31T06:15:15.200" v="101" actId="1076"/>
          <ac:spMkLst>
            <pc:docMk/>
            <pc:sldMk cId="4062550329" sldId="647"/>
            <ac:spMk id="8" creationId="{538A515E-6409-6F45-9860-8231859D7C7F}"/>
          </ac:spMkLst>
        </pc:spChg>
        <pc:spChg chg="add mod">
          <ac:chgData name="Xinyu Gong" userId="S::e1350126@u.nus.edu::c7427b0c-75dc-4831-b8f6-475319d5c0c7" providerId="AD" clId="Web-{7F3400D5-A936-AF9E-2F59-2C067C987D66}" dt="2024-10-31T06:18:37.286" v="199" actId="1076"/>
          <ac:spMkLst>
            <pc:docMk/>
            <pc:sldMk cId="4062550329" sldId="647"/>
            <ac:spMk id="10" creationId="{F6CCBAD1-ADCA-1458-68D6-65275D3C1383}"/>
          </ac:spMkLst>
        </pc:spChg>
        <pc:picChg chg="add mod">
          <ac:chgData name="Xinyu Gong" userId="S::e1350126@u.nus.edu::c7427b0c-75dc-4831-b8f6-475319d5c0c7" providerId="AD" clId="Web-{7F3400D5-A936-AF9E-2F59-2C067C987D66}" dt="2024-10-31T06:13:40.869" v="80" actId="1076"/>
          <ac:picMkLst>
            <pc:docMk/>
            <pc:sldMk cId="4062550329" sldId="647"/>
            <ac:picMk id="7" creationId="{D2FEB08C-E64F-140B-D2A3-66604EC5F463}"/>
          </ac:picMkLst>
        </pc:picChg>
        <pc:picChg chg="add mod">
          <ac:chgData name="Xinyu Gong" userId="S::e1350126@u.nus.edu::c7427b0c-75dc-4831-b8f6-475319d5c0c7" providerId="AD" clId="Web-{7F3400D5-A936-AF9E-2F59-2C067C987D66}" dt="2024-10-31T06:15:48.186" v="107" actId="1076"/>
          <ac:picMkLst>
            <pc:docMk/>
            <pc:sldMk cId="4062550329" sldId="647"/>
            <ac:picMk id="9" creationId="{DB85C582-3BAA-995B-7E04-5E4107606F7A}"/>
          </ac:picMkLst>
        </pc:picChg>
      </pc:sldChg>
    </pc:docChg>
  </pc:docChgLst>
</pc:chgInfo>
</file>

<file path=ppt/comments/modernComment_261_B6AE0703.xml><?xml version="1.0" encoding="utf-8"?>
<p188:cmLst xmlns:a="http://schemas.openxmlformats.org/drawingml/2006/main" xmlns:r="http://schemas.openxmlformats.org/officeDocument/2006/relationships" xmlns:p188="http://schemas.microsoft.com/office/powerpoint/2018/8/main">
  <p188:cm id="{E08D3A9F-2BF4-4735-AAB4-5979A394A96C}" authorId="{61E98A20-EE07-0014-6C6F-8BD32FA0698B}" created="2024-10-31T06:40:57.692">
    <pc:sldMkLst xmlns:pc="http://schemas.microsoft.com/office/powerpoint/2013/main/command">
      <pc:docMk/>
      <pc:sldMk cId="3064858371" sldId="609"/>
    </pc:sldMkLst>
    <p188:txBody>
      <a:bodyPr/>
      <a:lstStyle/>
      <a:p>
        <a:r>
          <a:rPr lang="zh-CN" altLang="en-US"/>
          <a:t>Did you know that there are around 70 million deaf individuals worldwide? 
Most of them rely on sign language as their primary way to communicate. Additionally, the World Health Organization reports that 430 million people are living with disabling hearing loss worldwide, a figure expected to increase to 700 million by 2050. These numbers highlight a significant social issue, especially since hearing loss and deafness can limit access to education, employment, and social inclusion.
Expecially in Singapore, about five hundred thousand people experience some level of hearing loss. Yet, only about 5,400 individuals are registered with the Singapore Association for the Deaf, the reach is still relatively small given the scale of the issue.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2"/>
            <a:ext cx="3076363" cy="511731"/>
          </a:xfrm>
          <a:prstGeom prst="rect">
            <a:avLst/>
          </a:prstGeom>
        </p:spPr>
        <p:txBody>
          <a:bodyPr vert="horz" lIns="99024" tIns="49512" rIns="99024" bIns="49512" rtlCol="0"/>
          <a:lstStyle>
            <a:lvl1pPr algn="l">
              <a:defRPr sz="1200"/>
            </a:lvl1pPr>
          </a:lstStyle>
          <a:p>
            <a:endParaRPr lang="en-US"/>
          </a:p>
        </p:txBody>
      </p:sp>
      <p:sp>
        <p:nvSpPr>
          <p:cNvPr id="3" name="Date Placeholder 2"/>
          <p:cNvSpPr>
            <a:spLocks noGrp="1"/>
          </p:cNvSpPr>
          <p:nvPr>
            <p:ph type="dt" sz="quarter" idx="1"/>
          </p:nvPr>
        </p:nvSpPr>
        <p:spPr>
          <a:xfrm>
            <a:off x="4021297" y="2"/>
            <a:ext cx="3076363" cy="511731"/>
          </a:xfrm>
          <a:prstGeom prst="rect">
            <a:avLst/>
          </a:prstGeom>
        </p:spPr>
        <p:txBody>
          <a:bodyPr vert="horz" lIns="99024" tIns="49512" rIns="99024" bIns="49512" rtlCol="0"/>
          <a:lstStyle>
            <a:lvl1pPr algn="r">
              <a:defRPr sz="1200"/>
            </a:lvl1pPr>
          </a:lstStyle>
          <a:p>
            <a:fld id="{43F1A4C9-FB5C-B247-A357-650712A3F0A8}" type="datetimeFigureOut">
              <a:rPr lang="en-US" smtClean="0"/>
              <a:t>10/31/2024</a:t>
            </a:fld>
            <a:endParaRPr lang="en-US"/>
          </a:p>
        </p:txBody>
      </p:sp>
      <p:sp>
        <p:nvSpPr>
          <p:cNvPr id="4" name="Footer Placeholder 3"/>
          <p:cNvSpPr>
            <a:spLocks noGrp="1"/>
          </p:cNvSpPr>
          <p:nvPr>
            <p:ph type="ftr" sz="quarter" idx="2"/>
          </p:nvPr>
        </p:nvSpPr>
        <p:spPr>
          <a:xfrm>
            <a:off x="2" y="9721108"/>
            <a:ext cx="3076363" cy="511731"/>
          </a:xfrm>
          <a:prstGeom prst="rect">
            <a:avLst/>
          </a:prstGeom>
        </p:spPr>
        <p:txBody>
          <a:bodyPr vert="horz" lIns="99024" tIns="49512" rIns="99024" bIns="49512" rtlCol="0" anchor="b"/>
          <a:lstStyle>
            <a:lvl1pPr algn="l">
              <a:defRPr sz="1200"/>
            </a:lvl1pPr>
          </a:lstStyle>
          <a:p>
            <a:endParaRPr lang="en-US"/>
          </a:p>
        </p:txBody>
      </p:sp>
      <p:sp>
        <p:nvSpPr>
          <p:cNvPr id="5" name="Slide Number Placeholder 4"/>
          <p:cNvSpPr>
            <a:spLocks noGrp="1"/>
          </p:cNvSpPr>
          <p:nvPr>
            <p:ph type="sldNum" sz="quarter" idx="3"/>
          </p:nvPr>
        </p:nvSpPr>
        <p:spPr>
          <a:xfrm>
            <a:off x="4021297" y="9721108"/>
            <a:ext cx="3076363" cy="511731"/>
          </a:xfrm>
          <a:prstGeom prst="rect">
            <a:avLst/>
          </a:prstGeom>
        </p:spPr>
        <p:txBody>
          <a:bodyPr vert="horz" lIns="99024" tIns="49512" rIns="99024" bIns="49512" rtlCol="0" anchor="b"/>
          <a:lstStyle>
            <a:lvl1pPr algn="r">
              <a:defRPr sz="1200"/>
            </a:lvl1pPr>
          </a:lstStyle>
          <a:p>
            <a:fld id="{C9D91F05-50D7-A946-8902-88FA310261AF}"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4"/>
            <a:ext cx="3076363" cy="513507"/>
          </a:xfrm>
          <a:prstGeom prst="rect">
            <a:avLst/>
          </a:prstGeom>
        </p:spPr>
        <p:txBody>
          <a:bodyPr vert="horz" lIns="99024" tIns="49512" rIns="99024" bIns="49512" rtlCol="0"/>
          <a:lstStyle>
            <a:lvl1pPr algn="l">
              <a:defRPr sz="1200"/>
            </a:lvl1pPr>
          </a:lstStyle>
          <a:p>
            <a:endParaRPr lang="en-SG"/>
          </a:p>
        </p:txBody>
      </p:sp>
      <p:sp>
        <p:nvSpPr>
          <p:cNvPr id="3" name="Date Placeholder 2"/>
          <p:cNvSpPr>
            <a:spLocks noGrp="1"/>
          </p:cNvSpPr>
          <p:nvPr>
            <p:ph type="dt" idx="1"/>
          </p:nvPr>
        </p:nvSpPr>
        <p:spPr>
          <a:xfrm>
            <a:off x="4021297" y="4"/>
            <a:ext cx="3076363" cy="513507"/>
          </a:xfrm>
          <a:prstGeom prst="rect">
            <a:avLst/>
          </a:prstGeom>
        </p:spPr>
        <p:txBody>
          <a:bodyPr vert="horz" lIns="99024" tIns="49512" rIns="99024" bIns="49512" rtlCol="0"/>
          <a:lstStyle>
            <a:lvl1pPr algn="r">
              <a:defRPr sz="1200"/>
            </a:lvl1pPr>
          </a:lstStyle>
          <a:p>
            <a:fld id="{EA4960E5-F060-4C88-B1C5-5A6F5890BEF6}" type="datetimeFigureOut">
              <a:rPr lang="en-SG" smtClean="0"/>
              <a:t>31/10/2024</a:t>
            </a:fld>
            <a:endParaRPr lang="en-SG"/>
          </a:p>
        </p:txBody>
      </p:sp>
      <p:sp>
        <p:nvSpPr>
          <p:cNvPr id="4" name="Slide Image Placeholder 3"/>
          <p:cNvSpPr>
            <a:spLocks noGrp="1" noRot="1" noChangeAspect="1"/>
          </p:cNvSpPr>
          <p:nvPr>
            <p:ph type="sldImg" idx="2"/>
          </p:nvPr>
        </p:nvSpPr>
        <p:spPr>
          <a:xfrm>
            <a:off x="1246188" y="1277938"/>
            <a:ext cx="4606925" cy="3455987"/>
          </a:xfrm>
          <a:prstGeom prst="rect">
            <a:avLst/>
          </a:prstGeom>
          <a:noFill/>
          <a:ln w="12700">
            <a:solidFill>
              <a:prstClr val="black"/>
            </a:solidFill>
          </a:ln>
        </p:spPr>
        <p:txBody>
          <a:bodyPr vert="horz" lIns="99024" tIns="49512" rIns="99024" bIns="49512" rtlCol="0" anchor="ctr"/>
          <a:lstStyle/>
          <a:p>
            <a:endParaRPr lang="en-SG"/>
          </a:p>
        </p:txBody>
      </p:sp>
      <p:sp>
        <p:nvSpPr>
          <p:cNvPr id="5" name="Notes Placeholder 4"/>
          <p:cNvSpPr>
            <a:spLocks noGrp="1"/>
          </p:cNvSpPr>
          <p:nvPr>
            <p:ph type="body" sz="quarter" idx="3"/>
          </p:nvPr>
        </p:nvSpPr>
        <p:spPr>
          <a:xfrm>
            <a:off x="709931" y="4925407"/>
            <a:ext cx="5679440" cy="4029879"/>
          </a:xfrm>
          <a:prstGeom prst="rect">
            <a:avLst/>
          </a:prstGeom>
        </p:spPr>
        <p:txBody>
          <a:bodyPr vert="horz" lIns="99024" tIns="49512" rIns="99024" bIns="4951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2" y="9721110"/>
            <a:ext cx="3076363" cy="513507"/>
          </a:xfrm>
          <a:prstGeom prst="rect">
            <a:avLst/>
          </a:prstGeom>
        </p:spPr>
        <p:txBody>
          <a:bodyPr vert="horz" lIns="99024" tIns="49512" rIns="99024" bIns="49512" rtlCol="0" anchor="b"/>
          <a:lstStyle>
            <a:lvl1pPr algn="l">
              <a:defRPr sz="1200"/>
            </a:lvl1pPr>
          </a:lstStyle>
          <a:p>
            <a:endParaRPr lang="en-SG"/>
          </a:p>
        </p:txBody>
      </p:sp>
      <p:sp>
        <p:nvSpPr>
          <p:cNvPr id="7" name="Slide Number Placeholder 6"/>
          <p:cNvSpPr>
            <a:spLocks noGrp="1"/>
          </p:cNvSpPr>
          <p:nvPr>
            <p:ph type="sldNum" sz="quarter" idx="5"/>
          </p:nvPr>
        </p:nvSpPr>
        <p:spPr>
          <a:xfrm>
            <a:off x="4021297" y="9721110"/>
            <a:ext cx="3076363" cy="513507"/>
          </a:xfrm>
          <a:prstGeom prst="rect">
            <a:avLst/>
          </a:prstGeom>
        </p:spPr>
        <p:txBody>
          <a:bodyPr vert="horz" lIns="99024" tIns="49512" rIns="99024" bIns="49512" rtlCol="0" anchor="b"/>
          <a:lstStyle>
            <a:lvl1pPr algn="r">
              <a:defRPr sz="1200"/>
            </a:lvl1pPr>
          </a:lstStyle>
          <a:p>
            <a:fld id="{5E13ECD2-14D7-4265-AF23-95505127F74C}" type="slidenum">
              <a:rPr lang="en-SG" smtClean="0"/>
              <a:t>‹#›</a:t>
            </a:fld>
            <a:endParaRPr lang="en-SG"/>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altLang="zh-CN" sz="1800" kern="0">
                <a:solidFill>
                  <a:srgbClr val="0000FF"/>
                </a:solidFill>
                <a:latin typeface="Arial Regular"/>
                <a:ea typeface=".sf ns"/>
              </a:rPr>
              <a:t>Hello everyone</a:t>
            </a:r>
            <a:r>
              <a:rPr lang="en-US" altLang="zh-CN" sz="1800" kern="0">
                <a:solidFill>
                  <a:srgbClr val="0000FF"/>
                </a:solidFill>
                <a:effectLst/>
                <a:latin typeface="Arial Regular"/>
                <a:ea typeface=".sf ns"/>
              </a:rPr>
              <a:t> are group 5 and I’m excited to present </a:t>
            </a:r>
            <a:r>
              <a:rPr lang="en-US" altLang="zh-CN" sz="1800" kern="0">
                <a:solidFill>
                  <a:srgbClr val="0000FF"/>
                </a:solidFill>
                <a:latin typeface="Arial Regular"/>
                <a:ea typeface=".sf ns"/>
              </a:rPr>
              <a:t>final report  </a:t>
            </a:r>
            <a:r>
              <a:rPr lang="en-US" altLang="zh-CN" sz="1800" kern="0">
                <a:solidFill>
                  <a:srgbClr val="0000FF"/>
                </a:solidFill>
                <a:effectLst/>
                <a:latin typeface="Arial Regular"/>
                <a:ea typeface=".sf ns"/>
              </a:rPr>
              <a:t>on </a:t>
            </a:r>
            <a:r>
              <a:rPr lang="en-US" altLang="zh-CN" sz="1800" kern="0">
                <a:solidFill>
                  <a:srgbClr val="0000FF"/>
                </a:solidFill>
                <a:effectLst/>
                <a:latin typeface="Arial Regular"/>
                <a:ea typeface="宋体"/>
              </a:rPr>
              <a:t>our</a:t>
            </a:r>
            <a:r>
              <a:rPr lang="en-US" altLang="zh-CN" sz="1800" kern="0">
                <a:solidFill>
                  <a:srgbClr val="0000FF"/>
                </a:solidFill>
                <a:effectLst/>
                <a:latin typeface="Arial Regular"/>
                <a:ea typeface=".sf ns"/>
              </a:rPr>
              <a:t> project, </a:t>
            </a:r>
            <a:r>
              <a:rPr lang="en-US" altLang="zh-CN" sz="1800" i="1" kern="0">
                <a:solidFill>
                  <a:srgbClr val="0000FF"/>
                </a:solidFill>
                <a:effectLst/>
                <a:latin typeface="Arial Regular"/>
                <a:ea typeface=".sf ns"/>
              </a:rPr>
              <a:t>Signify</a:t>
            </a:r>
            <a:r>
              <a:rPr lang="en-US" altLang="zh-CN" sz="1800" kern="0">
                <a:solidFill>
                  <a:srgbClr val="0000FF"/>
                </a:solidFill>
                <a:effectLst/>
                <a:latin typeface="Arial Regular"/>
                <a:ea typeface=".sf ns"/>
              </a:rPr>
              <a:t>, which aims to bridge the communication gap by helping more people learn the basics of sign language.</a:t>
            </a:r>
            <a:endParaRPr lang="en-US" altLang="zh-CN" sz="1800">
              <a:solidFill>
                <a:srgbClr val="0E0E0E"/>
              </a:solidFill>
              <a:effectLst/>
              <a:latin typeface=".sf ns"/>
            </a:endParaRPr>
          </a:p>
          <a:p>
            <a:endParaRPr lang="en-SG"/>
          </a:p>
        </p:txBody>
      </p:sp>
      <p:sp>
        <p:nvSpPr>
          <p:cNvPr id="4" name="Slide Number Placeholder 3"/>
          <p:cNvSpPr>
            <a:spLocks noGrp="1"/>
          </p:cNvSpPr>
          <p:nvPr>
            <p:ph type="sldNum" sz="quarter" idx="10"/>
          </p:nvPr>
        </p:nvSpPr>
        <p:spPr/>
        <p:txBody>
          <a:bodyPr/>
          <a:lstStyle/>
          <a:p>
            <a:pPr defTabSz="914400">
              <a:defRPr/>
            </a:pPr>
            <a:fld id="{5E13ECD2-14D7-4265-AF23-95505127F74C}" type="slidenum">
              <a:rPr lang="en-SG">
                <a:solidFill>
                  <a:prstClr val="black"/>
                </a:solidFill>
                <a:latin typeface="Calibri" panose="020F0502020204030204"/>
              </a:rPr>
              <a:t>1</a:t>
            </a:fld>
            <a:endParaRPr lang="en-SG">
              <a:solidFill>
                <a:prstClr val="black"/>
              </a:solidFill>
              <a:latin typeface="Calibri" panose="020F05020202040302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ea typeface="Calibri"/>
                <a:cs typeface="Calibri"/>
              </a:rPr>
              <a:t>Our team consist of 5 members</a:t>
            </a:r>
          </a:p>
        </p:txBody>
      </p:sp>
      <p:sp>
        <p:nvSpPr>
          <p:cNvPr id="4" name="灯片编号占位符 3"/>
          <p:cNvSpPr>
            <a:spLocks noGrp="1"/>
          </p:cNvSpPr>
          <p:nvPr>
            <p:ph type="sldNum" sz="quarter" idx="5"/>
          </p:nvPr>
        </p:nvSpPr>
        <p:spPr/>
        <p:txBody>
          <a:bodyPr/>
          <a:lstStyle/>
          <a:p>
            <a:fld id="{5E13ECD2-14D7-4265-AF23-95505127F74C}" type="slidenum">
              <a:rPr lang="en-SG" smtClean="0"/>
              <a:t>2</a:t>
            </a:fld>
            <a:endParaRPr lang="en-SG"/>
          </a:p>
        </p:txBody>
      </p:sp>
    </p:spTree>
    <p:extLst>
      <p:ext uri="{BB962C8B-B14F-4D97-AF65-F5344CB8AC3E}">
        <p14:creationId xmlns:p14="http://schemas.microsoft.com/office/powerpoint/2010/main" val="3347552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defRPr/>
            </a:pPr>
            <a:r>
              <a:rPr lang="en-US" altLang="zh-CN" sz="1800" kern="0">
                <a:solidFill>
                  <a:srgbClr val="0000FF"/>
                </a:solidFill>
                <a:effectLst/>
                <a:latin typeface="Arial Regular"/>
                <a:ea typeface=".sf ns"/>
              </a:rPr>
              <a:t>Our presentation is divided into </a:t>
            </a:r>
            <a:r>
              <a:rPr lang="en-US" altLang="zh-CN" sz="1800" kern="0">
                <a:solidFill>
                  <a:srgbClr val="0000FF"/>
                </a:solidFill>
                <a:latin typeface="Arial Regular"/>
                <a:ea typeface=".sf ns"/>
              </a:rPr>
              <a:t>7 </a:t>
            </a:r>
            <a:r>
              <a:rPr lang="en-US" altLang="zh-CN" sz="1800" kern="0">
                <a:solidFill>
                  <a:srgbClr val="0000FF"/>
                </a:solidFill>
                <a:effectLst/>
                <a:latin typeface="Arial Regular"/>
                <a:ea typeface=".sf ns"/>
              </a:rPr>
              <a:t>parts....</a:t>
            </a:r>
            <a:endParaRPr lang="en-US" altLang="zh-CN" sz="1800">
              <a:solidFill>
                <a:srgbClr val="0E0E0E"/>
              </a:solidFill>
              <a:effectLst/>
              <a:latin typeface=".sf ns"/>
            </a:endParaRPr>
          </a:p>
          <a:p>
            <a:endParaRPr lang="zh-CN" altLang="en-US"/>
          </a:p>
        </p:txBody>
      </p:sp>
      <p:sp>
        <p:nvSpPr>
          <p:cNvPr id="4" name="灯片编号占位符 3"/>
          <p:cNvSpPr>
            <a:spLocks noGrp="1"/>
          </p:cNvSpPr>
          <p:nvPr>
            <p:ph type="sldNum" sz="quarter" idx="5"/>
          </p:nvPr>
        </p:nvSpPr>
        <p:spPr/>
        <p:txBody>
          <a:bodyPr/>
          <a:lstStyle/>
          <a:p>
            <a:fld id="{5E13ECD2-14D7-4265-AF23-95505127F74C}" type="slidenum">
              <a:rPr lang="en-SG" smtClean="0"/>
              <a:t>3</a:t>
            </a:fld>
            <a:endParaRPr lang="en-SG"/>
          </a:p>
        </p:txBody>
      </p:sp>
    </p:spTree>
    <p:extLst>
      <p:ext uri="{BB962C8B-B14F-4D97-AF65-F5344CB8AC3E}">
        <p14:creationId xmlns:p14="http://schemas.microsoft.com/office/powerpoint/2010/main" val="35292349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kern="0">
                <a:solidFill>
                  <a:srgbClr val="0E0E0E"/>
                </a:solidFill>
                <a:effectLst/>
                <a:latin typeface="Arial Regular"/>
                <a:ea typeface="宋体" panose="02010600030101010101" pitchFamily="2" charset="-122"/>
              </a:rPr>
              <a:t>let me give a brief introduction of our project</a:t>
            </a:r>
            <a:endParaRPr lang="en-US" altLang="zh-CN" sz="1800">
              <a:solidFill>
                <a:srgbClr val="0E0E0E"/>
              </a:solidFill>
              <a:effectLst/>
              <a:latin typeface=".sf ns"/>
            </a:endParaRPr>
          </a:p>
          <a:p>
            <a:endParaRPr lang="zh-CN" altLang="en-US"/>
          </a:p>
        </p:txBody>
      </p:sp>
      <p:sp>
        <p:nvSpPr>
          <p:cNvPr id="4" name="灯片编号占位符 3"/>
          <p:cNvSpPr>
            <a:spLocks noGrp="1"/>
          </p:cNvSpPr>
          <p:nvPr>
            <p:ph type="sldNum" sz="quarter" idx="5"/>
          </p:nvPr>
        </p:nvSpPr>
        <p:spPr/>
        <p:txBody>
          <a:bodyPr/>
          <a:lstStyle/>
          <a:p>
            <a:fld id="{5E13ECD2-14D7-4265-AF23-95505127F74C}" type="slidenum">
              <a:rPr lang="en-SG" smtClean="0"/>
              <a:t>4</a:t>
            </a:fld>
            <a:endParaRPr lang="en-SG"/>
          </a:p>
        </p:txBody>
      </p:sp>
    </p:spTree>
    <p:extLst>
      <p:ext uri="{BB962C8B-B14F-4D97-AF65-F5344CB8AC3E}">
        <p14:creationId xmlns:p14="http://schemas.microsoft.com/office/powerpoint/2010/main" val="52011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l">
              <a:spcBef>
                <a:spcPts val="0"/>
              </a:spcBef>
              <a:spcAft>
                <a:spcPts val="0"/>
              </a:spcAft>
            </a:pPr>
            <a:r>
              <a:rPr lang="en-US" altLang="zh-CN" sz="1800" b="1" kern="0">
                <a:solidFill>
                  <a:srgbClr val="0E0E0E"/>
                </a:solidFill>
                <a:effectLst/>
                <a:latin typeface="Arial Regular"/>
                <a:ea typeface=".sf ns"/>
              </a:rPr>
              <a:t>Background</a:t>
            </a:r>
            <a:endParaRPr lang="en-US" altLang="zh-CN" sz="1800">
              <a:solidFill>
                <a:srgbClr val="0E0E0E"/>
              </a:solidFill>
              <a:effectLst/>
              <a:latin typeface=".sf ns"/>
            </a:endParaRPr>
          </a:p>
          <a:p>
            <a:r>
              <a:rPr lang="en-US" altLang="zh-CN" sz="1800" kern="0">
                <a:solidFill>
                  <a:srgbClr val="0E0E0E"/>
                </a:solidFill>
                <a:effectLst/>
                <a:latin typeface="Arial Regular"/>
                <a:ea typeface=".sf ns"/>
              </a:rPr>
              <a:t>Did you know that there are around </a:t>
            </a:r>
            <a:r>
              <a:rPr lang="en-US" altLang="zh-CN" sz="1800" b="1" kern="0">
                <a:solidFill>
                  <a:srgbClr val="0E0E0E"/>
                </a:solidFill>
                <a:effectLst/>
                <a:latin typeface="Arial Regular"/>
                <a:ea typeface=".sf ns"/>
              </a:rPr>
              <a:t>70 million</a:t>
            </a:r>
            <a:r>
              <a:rPr lang="en-US" altLang="zh-CN" sz="1800" kern="0">
                <a:solidFill>
                  <a:srgbClr val="0E0E0E"/>
                </a:solidFill>
                <a:effectLst/>
                <a:latin typeface="Arial Regular"/>
                <a:ea typeface=".sf ns"/>
              </a:rPr>
              <a:t> deaf individuals worldwide? Most of them rely on sign language as their primary way to communicate. Additionally, the </a:t>
            </a:r>
            <a:r>
              <a:rPr lang="en-US" altLang="zh-CN" sz="1800" kern="0">
                <a:solidFill>
                  <a:srgbClr val="0E0E0E"/>
                </a:solidFill>
                <a:latin typeface="Arial Regular"/>
                <a:ea typeface=".sf ns"/>
              </a:rPr>
              <a:t>WHO reports</a:t>
            </a:r>
            <a:r>
              <a:rPr lang="en-US" altLang="zh-CN" sz="1800" kern="0">
                <a:solidFill>
                  <a:srgbClr val="0E0E0E"/>
                </a:solidFill>
                <a:effectLst/>
                <a:latin typeface="Arial Regular"/>
                <a:ea typeface=".sf ns"/>
              </a:rPr>
              <a:t> that </a:t>
            </a:r>
            <a:r>
              <a:rPr lang="en-US" altLang="zh-CN" sz="1800" kern="0">
                <a:solidFill>
                  <a:srgbClr val="0E0E0E"/>
                </a:solidFill>
                <a:latin typeface="Arial Regular"/>
                <a:ea typeface=".sf ns"/>
              </a:rPr>
              <a:t>700 million</a:t>
            </a:r>
            <a:r>
              <a:rPr lang="en-US" altLang="zh-CN" sz="1800" kern="0">
                <a:solidFill>
                  <a:srgbClr val="0E0E0E"/>
                </a:solidFill>
                <a:effectLst/>
                <a:latin typeface="Arial Regular"/>
                <a:ea typeface=".sf ns"/>
              </a:rPr>
              <a:t> people are living with disabling hearing loss worldwide</a:t>
            </a:r>
            <a:r>
              <a:rPr lang="en-US" altLang="zh-CN" sz="1800" kern="0">
                <a:solidFill>
                  <a:srgbClr val="0E0E0E"/>
                </a:solidFill>
                <a:latin typeface="Arial Regular"/>
                <a:ea typeface=".sf ns"/>
              </a:rPr>
              <a:t> </a:t>
            </a:r>
            <a:r>
              <a:rPr lang="en-US" altLang="zh-CN" sz="1800" kern="0">
                <a:solidFill>
                  <a:srgbClr val="0E0E0E"/>
                </a:solidFill>
                <a:effectLst/>
                <a:latin typeface="Arial Regular"/>
                <a:ea typeface=".sf ns"/>
              </a:rPr>
              <a:t>by 2050. </a:t>
            </a:r>
            <a:r>
              <a:rPr lang="en-US" altLang="zh-CN" sz="1800" kern="0" err="1">
                <a:solidFill>
                  <a:srgbClr val="000000"/>
                </a:solidFill>
                <a:latin typeface="Arial Regular"/>
                <a:ea typeface="宋体"/>
              </a:rPr>
              <a:t>Expecially</a:t>
            </a:r>
            <a:r>
              <a:rPr lang="en-US" altLang="zh-CN" sz="1800" kern="0">
                <a:effectLst/>
                <a:latin typeface="Arial Regular"/>
                <a:ea typeface="宋体"/>
                <a:cs typeface="Times New Roman" panose="02020603050405020304" pitchFamily="18" charset="0"/>
              </a:rPr>
              <a:t> in Sing</a:t>
            </a:r>
            <a:r>
              <a:rPr lang="en-US" altLang="zh-CN" sz="1800" kern="0">
                <a:solidFill>
                  <a:srgbClr val="0E0E0E"/>
                </a:solidFill>
                <a:effectLst/>
                <a:latin typeface="Arial Regular"/>
                <a:ea typeface=".sf ns"/>
                <a:cs typeface="Times New Roman" panose="02020603050405020304" pitchFamily="18" charset="0"/>
              </a:rPr>
              <a:t>apore, about five hundred thousand people experience some level of hearing loss. Yet, only about 5,400 individuals are registered with the Singapore Association for the Deaf, the reach is still relatively small given the scale of the issue.</a:t>
            </a:r>
            <a:endParaRPr lang="en-US" altLang="zh-CN" sz="1800">
              <a:effectLst/>
              <a:latin typeface="Calibri" panose="020F0502020204030204" pitchFamily="34" charset="0"/>
              <a:ea typeface="宋体" panose="02010600030101010101" pitchFamily="2" charset="-122"/>
              <a:cs typeface="Calibri"/>
            </a:endParaRPr>
          </a:p>
          <a:p>
            <a:endParaRPr lang="zh-CN" altLang="en-US"/>
          </a:p>
        </p:txBody>
      </p:sp>
      <p:sp>
        <p:nvSpPr>
          <p:cNvPr id="4" name="灯片编号占位符 3"/>
          <p:cNvSpPr>
            <a:spLocks noGrp="1"/>
          </p:cNvSpPr>
          <p:nvPr>
            <p:ph type="sldNum" sz="quarter" idx="5"/>
          </p:nvPr>
        </p:nvSpPr>
        <p:spPr/>
        <p:txBody>
          <a:bodyPr/>
          <a:lstStyle/>
          <a:p>
            <a:fld id="{5E13ECD2-14D7-4265-AF23-95505127F74C}" type="slidenum">
              <a:rPr lang="en-SG" smtClean="0"/>
              <a:t>5</a:t>
            </a:fld>
            <a:endParaRPr lang="en-SG"/>
          </a:p>
        </p:txBody>
      </p:sp>
    </p:spTree>
    <p:extLst>
      <p:ext uri="{BB962C8B-B14F-4D97-AF65-F5344CB8AC3E}">
        <p14:creationId xmlns:p14="http://schemas.microsoft.com/office/powerpoint/2010/main" val="19286597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ea typeface="宋体"/>
              </a:rPr>
              <a:t>Our product Signify is designed to teach sign language in an interactive and interesting way based on gesture recognition.</a:t>
            </a:r>
            <a:endParaRPr lang="zh-CN" altLang="en-US"/>
          </a:p>
          <a:p>
            <a:r>
              <a:rPr lang="zh-CN" altLang="en-US">
                <a:ea typeface="宋体"/>
              </a:rPr>
              <a:t> </a:t>
            </a:r>
            <a:r>
              <a:rPr lang="zh-CN">
                <a:ea typeface="宋体"/>
              </a:rPr>
              <a:t>Here is the home page of our APP. The clean and visually accessible UI ensures that users of all backgrounds can comfortably engage with the content.</a:t>
            </a:r>
            <a:endParaRPr lang="zh-CN"/>
          </a:p>
        </p:txBody>
      </p:sp>
      <p:sp>
        <p:nvSpPr>
          <p:cNvPr id="4" name="灯片编号占位符 3"/>
          <p:cNvSpPr>
            <a:spLocks noGrp="1"/>
          </p:cNvSpPr>
          <p:nvPr>
            <p:ph type="sldNum" sz="quarter" idx="5"/>
          </p:nvPr>
        </p:nvSpPr>
        <p:spPr/>
        <p:txBody>
          <a:bodyPr/>
          <a:lstStyle/>
          <a:p>
            <a:fld id="{5E13ECD2-14D7-4265-AF23-95505127F74C}" type="slidenum">
              <a:rPr lang="en-SG" smtClean="0"/>
              <a:t>6</a:t>
            </a:fld>
            <a:endParaRPr lang="en-SG"/>
          </a:p>
        </p:txBody>
      </p:sp>
    </p:spTree>
    <p:extLst>
      <p:ext uri="{BB962C8B-B14F-4D97-AF65-F5344CB8AC3E}">
        <p14:creationId xmlns:p14="http://schemas.microsoft.com/office/powerpoint/2010/main" val="34111933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kern="0">
                <a:solidFill>
                  <a:srgbClr val="0E0E0E"/>
                </a:solidFill>
              </a:rPr>
              <a:t>A complete library of sign language letters allows users to browse, learn, and view examples of each gesture. </a:t>
            </a:r>
            <a:endParaRPr lang="zh-CN" altLang="en-US">
              <a:solidFill>
                <a:srgbClr val="000000"/>
              </a:solidFill>
              <a:ea typeface="宋体" panose="02010600030101010101" pitchFamily="2" charset="-122"/>
            </a:endParaRPr>
          </a:p>
          <a:p>
            <a:r>
              <a:rPr lang="en-US" kern="0">
                <a:solidFill>
                  <a:srgbClr val="0E0E0E"/>
                </a:solidFill>
              </a:rPr>
              <a:t>We integrate fine-tuned YOLOv8 model, which can provides instant feedback on users’ gestures. </a:t>
            </a:r>
            <a:endParaRPr lang="en-US">
              <a:solidFill>
                <a:srgbClr val="000000"/>
              </a:solidFill>
              <a:effectLst/>
              <a:latin typeface="Calibri"/>
              <a:ea typeface="宋体" panose="02010600030101010101" pitchFamily="2" charset="-122"/>
              <a:cs typeface="Calibri"/>
            </a:endParaRPr>
          </a:p>
          <a:p>
            <a:endParaRPr lang="zh-CN" altLang="en-US"/>
          </a:p>
        </p:txBody>
      </p:sp>
      <p:sp>
        <p:nvSpPr>
          <p:cNvPr id="4" name="灯片编号占位符 3"/>
          <p:cNvSpPr>
            <a:spLocks noGrp="1"/>
          </p:cNvSpPr>
          <p:nvPr>
            <p:ph type="sldNum" sz="quarter" idx="5"/>
          </p:nvPr>
        </p:nvSpPr>
        <p:spPr/>
        <p:txBody>
          <a:bodyPr/>
          <a:lstStyle/>
          <a:p>
            <a:fld id="{5E13ECD2-14D7-4265-AF23-95505127F74C}" type="slidenum">
              <a:rPr lang="en-SG" smtClean="0"/>
              <a:t>7</a:t>
            </a:fld>
            <a:endParaRPr lang="en-SG"/>
          </a:p>
        </p:txBody>
      </p:sp>
    </p:spTree>
    <p:extLst>
      <p:ext uri="{BB962C8B-B14F-4D97-AF65-F5344CB8AC3E}">
        <p14:creationId xmlns:p14="http://schemas.microsoft.com/office/powerpoint/2010/main" val="2946591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kern="0">
                <a:solidFill>
                  <a:srgbClr val="0E0E0E"/>
                </a:solidFill>
              </a:rPr>
              <a:t>An engaging game feature challenges users to sign the correct letter fall from the screen top, encouraging faster recognition and response time.  </a:t>
            </a:r>
            <a:endParaRPr lang="zh-CN" altLang="en-US"/>
          </a:p>
        </p:txBody>
      </p:sp>
      <p:sp>
        <p:nvSpPr>
          <p:cNvPr id="4" name="灯片编号占位符 3"/>
          <p:cNvSpPr>
            <a:spLocks noGrp="1"/>
          </p:cNvSpPr>
          <p:nvPr>
            <p:ph type="sldNum" sz="quarter" idx="5"/>
          </p:nvPr>
        </p:nvSpPr>
        <p:spPr/>
        <p:txBody>
          <a:bodyPr/>
          <a:lstStyle/>
          <a:p>
            <a:fld id="{5E13ECD2-14D7-4265-AF23-95505127F74C}" type="slidenum">
              <a:rPr lang="en-SG" smtClean="0"/>
              <a:t>8</a:t>
            </a:fld>
            <a:endParaRPr lang="en-SG"/>
          </a:p>
        </p:txBody>
      </p:sp>
    </p:spTree>
    <p:extLst>
      <p:ext uri="{BB962C8B-B14F-4D97-AF65-F5344CB8AC3E}">
        <p14:creationId xmlns:p14="http://schemas.microsoft.com/office/powerpoint/2010/main" val="20245197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kern="0">
                <a:solidFill>
                  <a:srgbClr val="0E0E0E"/>
                </a:solidFill>
              </a:rPr>
              <a:t>The  “ Profile ”  page tracks each user’s learning progress, game performance, and practice milestones. Learning process is defined </a:t>
            </a:r>
            <a:r>
              <a:rPr lang="en-US" kern="0">
                <a:solidFill>
                  <a:srgbClr val="0E0E0E"/>
                </a:solidFill>
                <a:effectLst/>
              </a:rPr>
              <a:t>by the </a:t>
            </a:r>
            <a:r>
              <a:rPr lang="en-US" kern="0">
                <a:solidFill>
                  <a:srgbClr val="0E0E0E"/>
                </a:solidFill>
              </a:rPr>
              <a:t>number of letter clicked </a:t>
            </a:r>
            <a:r>
              <a:rPr lang="en-US" kern="0">
                <a:solidFill>
                  <a:srgbClr val="0E0E0E"/>
                </a:solidFill>
                <a:effectLst/>
              </a:rPr>
              <a:t>in the </a:t>
            </a:r>
            <a:r>
              <a:rPr lang="en-US" kern="0">
                <a:solidFill>
                  <a:srgbClr val="0E0E0E"/>
                </a:solidFill>
              </a:rPr>
              <a:t>study page</a:t>
            </a:r>
            <a:r>
              <a:rPr lang="en-US" kern="0">
                <a:solidFill>
                  <a:srgbClr val="0E0E0E"/>
                </a:solidFill>
                <a:effectLst/>
              </a:rPr>
              <a:t>. </a:t>
            </a:r>
            <a:r>
              <a:rPr lang="en-US" kern="0">
                <a:solidFill>
                  <a:srgbClr val="0E0E0E"/>
                </a:solidFill>
              </a:rPr>
              <a:t>Maximum score </a:t>
            </a:r>
            <a:r>
              <a:rPr lang="en-US" kern="0">
                <a:solidFill>
                  <a:srgbClr val="0E0E0E"/>
                </a:solidFill>
                <a:effectLst/>
              </a:rPr>
              <a:t>can be </a:t>
            </a:r>
            <a:r>
              <a:rPr lang="en-US" kern="0">
                <a:solidFill>
                  <a:srgbClr val="0E0E0E"/>
                </a:solidFill>
              </a:rPr>
              <a:t>updated after finishing a game.</a:t>
            </a:r>
            <a:endParaRPr lang="en-US" kern="0">
              <a:solidFill>
                <a:srgbClr val="0E0E0E"/>
              </a:solidFill>
              <a:effectLst/>
              <a:latin typeface="Calibri" panose="020F0502020204030204" pitchFamily="34" charset="0"/>
              <a:ea typeface="宋体" panose="02010600030101010101" pitchFamily="2" charset="-122"/>
              <a:cs typeface="Calibri"/>
            </a:endParaRPr>
          </a:p>
        </p:txBody>
      </p:sp>
      <p:sp>
        <p:nvSpPr>
          <p:cNvPr id="4" name="灯片编号占位符 3"/>
          <p:cNvSpPr>
            <a:spLocks noGrp="1"/>
          </p:cNvSpPr>
          <p:nvPr>
            <p:ph type="sldNum" sz="quarter" idx="5"/>
          </p:nvPr>
        </p:nvSpPr>
        <p:spPr/>
        <p:txBody>
          <a:bodyPr/>
          <a:lstStyle/>
          <a:p>
            <a:fld id="{5E13ECD2-14D7-4265-AF23-95505127F74C}" type="slidenum">
              <a:rPr lang="en-SG" smtClean="0"/>
              <a:t>9</a:t>
            </a:fld>
            <a:endParaRPr lang="en-SG"/>
          </a:p>
        </p:txBody>
      </p:sp>
    </p:spTree>
    <p:extLst>
      <p:ext uri="{BB962C8B-B14F-4D97-AF65-F5344CB8AC3E}">
        <p14:creationId xmlns:p14="http://schemas.microsoft.com/office/powerpoint/2010/main" val="17269078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defRPr/>
            </a:pPr>
            <a:r>
              <a:rPr lang="en-US" altLang="zh-CN" sz="1800" kern="0">
                <a:solidFill>
                  <a:srgbClr val="0E0E0E"/>
                </a:solidFill>
                <a:latin typeface="Arial Regular"/>
                <a:ea typeface="宋体"/>
              </a:rPr>
              <a:t>We did some </a:t>
            </a:r>
            <a:r>
              <a:rPr lang="en-US" b="1" kern="0" cap="all">
                <a:solidFill>
                  <a:srgbClr val="0E0E0E"/>
                </a:solidFill>
              </a:rPr>
              <a:t>BUSINESS research for Signify</a:t>
            </a:r>
            <a:endParaRPr lang="zh-CN" altLang="en-US" b="1" kern="0" cap="all">
              <a:solidFill>
                <a:srgbClr val="0E0E0E"/>
              </a:solidFill>
              <a:effectLst/>
              <a:latin typeface="Calibri"/>
              <a:ea typeface="宋体"/>
              <a:cs typeface="Calibri"/>
            </a:endParaRPr>
          </a:p>
          <a:p>
            <a:endParaRPr lang="zh-CN" altLang="en-US"/>
          </a:p>
        </p:txBody>
      </p:sp>
      <p:sp>
        <p:nvSpPr>
          <p:cNvPr id="4" name="灯片编号占位符 3"/>
          <p:cNvSpPr>
            <a:spLocks noGrp="1"/>
          </p:cNvSpPr>
          <p:nvPr>
            <p:ph type="sldNum" sz="quarter" idx="5"/>
          </p:nvPr>
        </p:nvSpPr>
        <p:spPr/>
        <p:txBody>
          <a:bodyPr/>
          <a:lstStyle/>
          <a:p>
            <a:fld id="{5E13ECD2-14D7-4265-AF23-95505127F74C}" type="slidenum">
              <a:rPr lang="en-SG" smtClean="0"/>
              <a:t>10</a:t>
            </a:fld>
            <a:endParaRPr lang="en-SG"/>
          </a:p>
        </p:txBody>
      </p:sp>
    </p:spTree>
    <p:extLst>
      <p:ext uri="{BB962C8B-B14F-4D97-AF65-F5344CB8AC3E}">
        <p14:creationId xmlns:p14="http://schemas.microsoft.com/office/powerpoint/2010/main" val="91251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kern="0">
                <a:solidFill>
                  <a:srgbClr val="0E0E0E"/>
                </a:solidFill>
              </a:rPr>
              <a:t>For those interested in learning sign language, there are common methods  but each has significant limitations, like major time commitment, lack real-time feedback. </a:t>
            </a:r>
            <a:endParaRPr lang="en-US">
              <a:solidFill>
                <a:srgbClr val="000000"/>
              </a:solidFill>
              <a:cs typeface="Calibri"/>
            </a:endParaRPr>
          </a:p>
          <a:p>
            <a:endParaRPr lang="en-US" kern="0">
              <a:solidFill>
                <a:srgbClr val="0E0E0E"/>
              </a:solidFill>
              <a:cs typeface="Calibri"/>
            </a:endParaRPr>
          </a:p>
          <a:p>
            <a:r>
              <a:rPr lang="en-US" kern="0">
                <a:solidFill>
                  <a:srgbClr val="0E0E0E"/>
                </a:solidFill>
              </a:rPr>
              <a:t>These limitations highlight the need for a more interactive, accessible, and engaging solution.</a:t>
            </a:r>
            <a:endParaRPr lang="en-US">
              <a:solidFill>
                <a:srgbClr val="000000"/>
              </a:solidFill>
              <a:latin typeface="Calibri"/>
              <a:ea typeface="宋体"/>
              <a:cs typeface="Calibri"/>
            </a:endParaRPr>
          </a:p>
        </p:txBody>
      </p:sp>
      <p:sp>
        <p:nvSpPr>
          <p:cNvPr id="4" name="灯片编号占位符 3"/>
          <p:cNvSpPr>
            <a:spLocks noGrp="1"/>
          </p:cNvSpPr>
          <p:nvPr>
            <p:ph type="sldNum" sz="quarter" idx="5"/>
          </p:nvPr>
        </p:nvSpPr>
        <p:spPr/>
        <p:txBody>
          <a:bodyPr/>
          <a:lstStyle/>
          <a:p>
            <a:fld id="{5E13ECD2-14D7-4265-AF23-95505127F74C}" type="slidenum">
              <a:rPr lang="en-SG" smtClean="0"/>
              <a:t>11</a:t>
            </a:fld>
            <a:endParaRPr lang="en-SG"/>
          </a:p>
        </p:txBody>
      </p:sp>
    </p:spTree>
    <p:extLst>
      <p:ext uri="{BB962C8B-B14F-4D97-AF65-F5344CB8AC3E}">
        <p14:creationId xmlns:p14="http://schemas.microsoft.com/office/powerpoint/2010/main" val="29349820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kern="0">
                <a:solidFill>
                  <a:srgbClr val="0E0E0E"/>
                </a:solidFill>
              </a:rPr>
              <a:t>Signify addresses the limitations of traditional sign language learning by offering these key features. </a:t>
            </a:r>
            <a:endParaRPr lang="en-US" altLang="zh-CN" kern="0">
              <a:solidFill>
                <a:srgbClr val="0E0E0E"/>
              </a:solidFill>
              <a:ea typeface="宋体" panose="02010600030101010101" pitchFamily="2" charset="-122"/>
              <a:cs typeface="Calibri"/>
            </a:endParaRPr>
          </a:p>
          <a:p>
            <a:endParaRPr lang="en-US" kern="0">
              <a:solidFill>
                <a:srgbClr val="0E0E0E"/>
              </a:solidFill>
              <a:ea typeface="宋体"/>
              <a:cs typeface="Calibri"/>
            </a:endParaRPr>
          </a:p>
          <a:p>
            <a:r>
              <a:rPr lang="en-US" kern="0">
                <a:solidFill>
                  <a:srgbClr val="0E0E0E"/>
                </a:solidFill>
              </a:rPr>
              <a:t>The target users range widely. </a:t>
            </a:r>
            <a:endParaRPr lang="en-US">
              <a:solidFill>
                <a:srgbClr val="000000"/>
              </a:solidFill>
              <a:latin typeface="Calibri"/>
              <a:ea typeface="宋体"/>
              <a:cs typeface="Calibri"/>
            </a:endParaRPr>
          </a:p>
        </p:txBody>
      </p:sp>
      <p:sp>
        <p:nvSpPr>
          <p:cNvPr id="4" name="灯片编号占位符 3"/>
          <p:cNvSpPr>
            <a:spLocks noGrp="1"/>
          </p:cNvSpPr>
          <p:nvPr>
            <p:ph type="sldNum" sz="quarter" idx="5"/>
          </p:nvPr>
        </p:nvSpPr>
        <p:spPr/>
        <p:txBody>
          <a:bodyPr/>
          <a:lstStyle/>
          <a:p>
            <a:fld id="{5E13ECD2-14D7-4265-AF23-95505127F74C}" type="slidenum">
              <a:rPr lang="en-SG" smtClean="0"/>
              <a:t>12</a:t>
            </a:fld>
            <a:endParaRPr lang="en-SG"/>
          </a:p>
        </p:txBody>
      </p:sp>
    </p:spTree>
    <p:extLst>
      <p:ext uri="{BB962C8B-B14F-4D97-AF65-F5344CB8AC3E}">
        <p14:creationId xmlns:p14="http://schemas.microsoft.com/office/powerpoint/2010/main" val="15069528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ea typeface="宋体"/>
              </a:rPr>
              <a:t>Governments worldwide are increasingly investing in disability services</a:t>
            </a:r>
            <a:r>
              <a:rPr lang="zh-CN" altLang="en-US">
                <a:ea typeface="宋体"/>
              </a:rPr>
              <a:t> </a:t>
            </a:r>
            <a:r>
              <a:rPr lang="en-US" altLang="zh-CN">
                <a:ea typeface="宋体"/>
              </a:rPr>
              <a:t>and t</a:t>
            </a:r>
            <a:r>
              <a:rPr lang="zh-CN">
                <a:ea typeface="宋体"/>
              </a:rPr>
              <a:t>he global assistive technology market is </a:t>
            </a:r>
            <a:r>
              <a:rPr lang="en-US" altLang="zh-CN" err="1">
                <a:ea typeface="宋体"/>
              </a:rPr>
              <a:t>alos</a:t>
            </a:r>
            <a:r>
              <a:rPr lang="zh-CN" altLang="en-US">
                <a:ea typeface="宋体"/>
              </a:rPr>
              <a:t> </a:t>
            </a:r>
            <a:r>
              <a:rPr lang="zh-CN">
                <a:ea typeface="宋体"/>
              </a:rPr>
              <a:t>expected to grow significantly</a:t>
            </a:r>
            <a:endParaRPr lang="zh-CN">
              <a:ea typeface="宋体"/>
              <a:cs typeface="Calibri"/>
            </a:endParaRPr>
          </a:p>
          <a:p>
            <a:r>
              <a:rPr lang="zh-CN">
                <a:ea typeface="宋体"/>
              </a:rPr>
              <a:t>With this demand and strong government support, Signify is well-positioned to capture a substantial market share. </a:t>
            </a:r>
            <a:endParaRPr lang="zh-CN" altLang="en-US">
              <a:ea typeface="宋体"/>
            </a:endParaRPr>
          </a:p>
          <a:p>
            <a:endParaRPr lang="zh-CN">
              <a:ea typeface="宋体"/>
              <a:cs typeface="Calibri"/>
            </a:endParaRPr>
          </a:p>
          <a:p>
            <a:pPr marL="0" marR="0" algn="l">
              <a:spcBef>
                <a:spcPts val="0"/>
              </a:spcBef>
              <a:spcAft>
                <a:spcPts val="0"/>
              </a:spcAft>
            </a:pPr>
            <a:endParaRPr lang="zh-CN" altLang="en-US">
              <a:ea typeface="宋体"/>
              <a:cs typeface="Calibri"/>
            </a:endParaRPr>
          </a:p>
        </p:txBody>
      </p:sp>
      <p:sp>
        <p:nvSpPr>
          <p:cNvPr id="4" name="灯片编号占位符 3"/>
          <p:cNvSpPr>
            <a:spLocks noGrp="1"/>
          </p:cNvSpPr>
          <p:nvPr>
            <p:ph type="sldNum" sz="quarter" idx="5"/>
          </p:nvPr>
        </p:nvSpPr>
        <p:spPr/>
        <p:txBody>
          <a:bodyPr/>
          <a:lstStyle/>
          <a:p>
            <a:fld id="{5E13ECD2-14D7-4265-AF23-95505127F74C}" type="slidenum">
              <a:rPr lang="en-SG" smtClean="0"/>
              <a:t>13</a:t>
            </a:fld>
            <a:endParaRPr lang="en-SG"/>
          </a:p>
        </p:txBody>
      </p:sp>
    </p:spTree>
    <p:extLst>
      <p:ext uri="{BB962C8B-B14F-4D97-AF65-F5344CB8AC3E}">
        <p14:creationId xmlns:p14="http://schemas.microsoft.com/office/powerpoint/2010/main" val="14121379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Signify aims to create an interactive computer app that teaches users the basics of sign language through an intuitive interface, real-time gesture recognition, enjoyable form of game, and personalized progress tracking. The app is designed to bridge communication gaps by enabling users to learn and practice sign language quickly and effectively. The primary user cases include browsing sign language information, engaging in practice and interactive games, and monitoring learning progress.</a:t>
            </a:r>
            <a:endParaRPr lang="zh-CN" altLang="en-US"/>
          </a:p>
        </p:txBody>
      </p:sp>
      <p:sp>
        <p:nvSpPr>
          <p:cNvPr id="4" name="灯片编号占位符 3"/>
          <p:cNvSpPr>
            <a:spLocks noGrp="1"/>
          </p:cNvSpPr>
          <p:nvPr>
            <p:ph type="sldNum" sz="quarter" idx="5"/>
          </p:nvPr>
        </p:nvSpPr>
        <p:spPr/>
        <p:txBody>
          <a:bodyPr/>
          <a:lstStyle/>
          <a:p>
            <a:fld id="{5E13ECD2-14D7-4265-AF23-95505127F74C}" type="slidenum">
              <a:rPr lang="en-SG" smtClean="0"/>
              <a:t>15</a:t>
            </a:fld>
            <a:endParaRPr lang="en-SG"/>
          </a:p>
        </p:txBody>
      </p:sp>
    </p:spTree>
    <p:extLst>
      <p:ext uri="{BB962C8B-B14F-4D97-AF65-F5344CB8AC3E}">
        <p14:creationId xmlns:p14="http://schemas.microsoft.com/office/powerpoint/2010/main" val="11401088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2800"/>
              <a:t>For developing and deploying this project, we propose the following resources: Including hardware and software</a:t>
            </a:r>
          </a:p>
        </p:txBody>
      </p:sp>
      <p:sp>
        <p:nvSpPr>
          <p:cNvPr id="4" name="灯片编号占位符 3"/>
          <p:cNvSpPr>
            <a:spLocks noGrp="1"/>
          </p:cNvSpPr>
          <p:nvPr>
            <p:ph type="sldNum" sz="quarter" idx="5"/>
          </p:nvPr>
        </p:nvSpPr>
        <p:spPr/>
        <p:txBody>
          <a:bodyPr/>
          <a:lstStyle/>
          <a:p>
            <a:fld id="{5E13ECD2-14D7-4265-AF23-95505127F74C}" type="slidenum">
              <a:rPr lang="en-SG" smtClean="0"/>
              <a:t>16</a:t>
            </a:fld>
            <a:endParaRPr lang="en-SG"/>
          </a:p>
        </p:txBody>
      </p:sp>
    </p:spTree>
    <p:extLst>
      <p:ext uri="{BB962C8B-B14F-4D97-AF65-F5344CB8AC3E}">
        <p14:creationId xmlns:p14="http://schemas.microsoft.com/office/powerpoint/2010/main" val="12034510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just">
              <a:spcBef>
                <a:spcPts val="0"/>
              </a:spcBef>
              <a:spcAft>
                <a:spcPts val="0"/>
              </a:spcAft>
            </a:pPr>
            <a:r>
              <a:rPr lang="en-US" altLang="zh-CN" sz="1800" kern="100">
                <a:effectLst/>
                <a:latin typeface="等线" panose="02010600030101010101" pitchFamily="2" charset="-122"/>
                <a:ea typeface="等线" panose="02010600030101010101" pitchFamily="2" charset="-122"/>
                <a:cs typeface="Times New Roman" panose="02020603050405020304" pitchFamily="18" charset="0"/>
              </a:rPr>
              <a:t>Our responsibility distribution is shown in the figure.</a:t>
            </a:r>
            <a:endParaRPr lang="zh-CN" altLang="en-US"/>
          </a:p>
        </p:txBody>
      </p:sp>
      <p:sp>
        <p:nvSpPr>
          <p:cNvPr id="4" name="灯片编号占位符 3"/>
          <p:cNvSpPr>
            <a:spLocks noGrp="1"/>
          </p:cNvSpPr>
          <p:nvPr>
            <p:ph type="sldNum" sz="quarter" idx="5"/>
          </p:nvPr>
        </p:nvSpPr>
        <p:spPr/>
        <p:txBody>
          <a:bodyPr/>
          <a:lstStyle/>
          <a:p>
            <a:fld id="{5E13ECD2-14D7-4265-AF23-95505127F74C}" type="slidenum">
              <a:rPr lang="en-SG" smtClean="0"/>
              <a:t>17</a:t>
            </a:fld>
            <a:endParaRPr lang="en-SG"/>
          </a:p>
        </p:txBody>
      </p:sp>
    </p:spTree>
    <p:extLst>
      <p:ext uri="{BB962C8B-B14F-4D97-AF65-F5344CB8AC3E}">
        <p14:creationId xmlns:p14="http://schemas.microsoft.com/office/powerpoint/2010/main" val="15693764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5000"/>
              </a:lnSpc>
              <a:spcAft>
                <a:spcPts val="800"/>
              </a:spcAft>
            </a:pPr>
            <a:r>
              <a:rPr lang="en-US" altLang="zh-CN" sz="1800" kern="100">
                <a:effectLst/>
                <a:latin typeface="Times New Roman" panose="02020603050405020304" pitchFamily="18" charset="0"/>
                <a:ea typeface="PMingLiU" panose="02020500000000000000" pitchFamily="18" charset="-120"/>
                <a:cs typeface="Times New Roman" panose="02020603050405020304" pitchFamily="18" charset="0"/>
              </a:rPr>
              <a:t>In this section, I will introduce the core elements of our system design, which are divided into four key areas. Let’s move on to the details.</a:t>
            </a:r>
            <a:endParaRPr lang="en-US" altLang="zh-CN" sz="1800" kern="100">
              <a:effectLst/>
              <a:latin typeface="Aptos" panose="020B0004020202020204" pitchFamily="34" charset="0"/>
              <a:ea typeface="PMingLiU" panose="02020500000000000000" pitchFamily="18" charset="-120"/>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5E13ECD2-14D7-4265-AF23-95505127F74C}" type="slidenum">
              <a:rPr lang="en-SG" smtClean="0"/>
              <a:t>18</a:t>
            </a:fld>
            <a:endParaRPr lang="en-SG"/>
          </a:p>
        </p:txBody>
      </p:sp>
    </p:spTree>
    <p:extLst>
      <p:ext uri="{BB962C8B-B14F-4D97-AF65-F5344CB8AC3E}">
        <p14:creationId xmlns:p14="http://schemas.microsoft.com/office/powerpoint/2010/main" val="32269546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a:p>
          <a:p>
            <a:r>
              <a:rPr lang="en-US" altLang="zh-CN"/>
              <a:t>This slide shows our system design architecture: the camera captures real-time hand gestures, which are processed by the YOLOv5 model to recognize specific signs. Results are displayed instantly on the app, providing users with accurate, real-time feedback for a quality learning experience.</a:t>
            </a:r>
          </a:p>
        </p:txBody>
      </p:sp>
      <p:sp>
        <p:nvSpPr>
          <p:cNvPr id="4" name="灯片编号占位符 3"/>
          <p:cNvSpPr>
            <a:spLocks noGrp="1"/>
          </p:cNvSpPr>
          <p:nvPr>
            <p:ph type="sldNum" sz="quarter" idx="5"/>
          </p:nvPr>
        </p:nvSpPr>
        <p:spPr/>
        <p:txBody>
          <a:bodyPr/>
          <a:lstStyle/>
          <a:p>
            <a:fld id="{5E13ECD2-14D7-4265-AF23-95505127F74C}" type="slidenum">
              <a:rPr lang="en-SG" smtClean="0"/>
              <a:t>19</a:t>
            </a:fld>
            <a:endParaRPr lang="en-SG"/>
          </a:p>
        </p:txBody>
      </p:sp>
    </p:spTree>
    <p:extLst>
      <p:ext uri="{BB962C8B-B14F-4D97-AF65-F5344CB8AC3E}">
        <p14:creationId xmlns:p14="http://schemas.microsoft.com/office/powerpoint/2010/main" val="5862935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180340" algn="just">
              <a:spcBef>
                <a:spcPts val="600"/>
              </a:spcBef>
            </a:pPr>
            <a:r>
              <a:rPr lang="en-US" altLang="zh-CN" sz="2800"/>
              <a:t>This figure illustrates our system architecture, featuring nine C++ classes and a Python script (.exe) that implement the core functions. The </a:t>
            </a:r>
            <a:r>
              <a:rPr lang="en-US" altLang="zh-CN" sz="2800" err="1"/>
              <a:t>MainWindow</a:t>
            </a:r>
            <a:r>
              <a:rPr lang="en-US" altLang="zh-CN" sz="2800"/>
              <a:t> class manages navigation, while four additional page classes support front and back-end interactions. Auxiliary classes like </a:t>
            </a:r>
            <a:r>
              <a:rPr lang="en-US" altLang="zh-CN" sz="2800" err="1"/>
              <a:t>GameWindowLabel</a:t>
            </a:r>
            <a:r>
              <a:rPr lang="en-US" altLang="zh-CN" sz="2800"/>
              <a:t> process hand gestures for gameplay control, such as moving the cannon and managing falling letters. The central feature, an Interactive Game Mode powered by YOLO, enables real-time gesture recognition for in-game actions</a:t>
            </a:r>
            <a:endParaRPr lang="zh-CN" altLang="en-US"/>
          </a:p>
        </p:txBody>
      </p:sp>
      <p:sp>
        <p:nvSpPr>
          <p:cNvPr id="4" name="灯片编号占位符 3"/>
          <p:cNvSpPr>
            <a:spLocks noGrp="1"/>
          </p:cNvSpPr>
          <p:nvPr>
            <p:ph type="sldNum" sz="quarter" idx="5"/>
          </p:nvPr>
        </p:nvSpPr>
        <p:spPr/>
        <p:txBody>
          <a:bodyPr/>
          <a:lstStyle/>
          <a:p>
            <a:fld id="{5E13ECD2-14D7-4265-AF23-95505127F74C}" type="slidenum">
              <a:rPr lang="en-SG" smtClean="0"/>
              <a:t>20</a:t>
            </a:fld>
            <a:endParaRPr lang="en-SG"/>
          </a:p>
        </p:txBody>
      </p:sp>
    </p:spTree>
    <p:extLst>
      <p:ext uri="{BB962C8B-B14F-4D97-AF65-F5344CB8AC3E}">
        <p14:creationId xmlns:p14="http://schemas.microsoft.com/office/powerpoint/2010/main" val="21834579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“game mode lets players sign letters to ‘shoot down’ falling targets. </a:t>
            </a:r>
            <a:r>
              <a:rPr lang="en-US" altLang="zh-CN" err="1"/>
              <a:t>GameWidget</a:t>
            </a:r>
            <a:r>
              <a:rPr lang="en-US" altLang="zh-CN"/>
              <a:t> manages the interface and difficulty, tracking real-time stats. </a:t>
            </a:r>
            <a:r>
              <a:rPr lang="en-US" altLang="zh-CN" err="1"/>
              <a:t>GameWindowLabel</a:t>
            </a:r>
            <a:r>
              <a:rPr lang="en-US" altLang="zh-CN"/>
              <a:t> handles visuals and controls. Finally, </a:t>
            </a:r>
            <a:r>
              <a:rPr lang="en-US" altLang="zh-CN" err="1"/>
              <a:t>CannonBall</a:t>
            </a:r>
            <a:r>
              <a:rPr lang="en-US" altLang="zh-CN"/>
              <a:t> and </a:t>
            </a:r>
            <a:r>
              <a:rPr lang="en-US" altLang="zh-CN" err="1"/>
              <a:t>EnemyWord</a:t>
            </a:r>
            <a:r>
              <a:rPr lang="en-US" altLang="zh-CN"/>
              <a:t> simulate cannon shots and manage letter targets, creating an engaging, interactive experience.</a:t>
            </a:r>
            <a:endParaRPr lang="zh-CN" altLang="en-US"/>
          </a:p>
        </p:txBody>
      </p:sp>
      <p:sp>
        <p:nvSpPr>
          <p:cNvPr id="4" name="灯片编号占位符 3"/>
          <p:cNvSpPr>
            <a:spLocks noGrp="1"/>
          </p:cNvSpPr>
          <p:nvPr>
            <p:ph type="sldNum" sz="quarter" idx="5"/>
          </p:nvPr>
        </p:nvSpPr>
        <p:spPr/>
        <p:txBody>
          <a:bodyPr/>
          <a:lstStyle/>
          <a:p>
            <a:fld id="{5E13ECD2-14D7-4265-AF23-95505127F74C}" type="slidenum">
              <a:rPr lang="en-SG" smtClean="0"/>
              <a:t>21</a:t>
            </a:fld>
            <a:endParaRPr lang="en-SG"/>
          </a:p>
        </p:txBody>
      </p:sp>
    </p:spTree>
    <p:extLst>
      <p:ext uri="{BB962C8B-B14F-4D97-AF65-F5344CB8AC3E}">
        <p14:creationId xmlns:p14="http://schemas.microsoft.com/office/powerpoint/2010/main" val="27564617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E12B2-7E8E-E7AD-8F23-F640DB007AE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68E0EA-B8CD-29EE-8317-347A20CA39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9354627-2B30-CDE6-754F-8ABE28E95DC4}"/>
              </a:ext>
            </a:extLst>
          </p:cNvPr>
          <p:cNvSpPr>
            <a:spLocks noGrp="1"/>
          </p:cNvSpPr>
          <p:nvPr>
            <p:ph type="body" idx="1"/>
          </p:nvPr>
        </p:nvSpPr>
        <p:spPr/>
        <p:txBody>
          <a:bodyPr/>
          <a:lstStyle/>
          <a:p>
            <a:pPr>
              <a:lnSpc>
                <a:spcPct val="115000"/>
              </a:lnSpc>
              <a:spcAft>
                <a:spcPts val="800"/>
              </a:spcAft>
            </a:pPr>
            <a:r>
              <a:rPr lang="en" altLang="zh-TW" sz="4000"/>
              <a:t>YOLO processes the entire image in one pass, making it efficient for real-time object detection. The architecture includes a Backbone for feature extraction, FPN for multi-scale features, and a Detection Head for bounding boxes and classifications.</a:t>
            </a:r>
            <a:endParaRPr lang="en-US" altLang="zh-CN" sz="1800" kern="100">
              <a:effectLst/>
              <a:latin typeface="Aptos" panose="020B0004020202020204" pitchFamily="34" charset="0"/>
              <a:ea typeface="PMingLiU" panose="02020500000000000000" pitchFamily="18" charset="-120"/>
              <a:cs typeface="Times New Roman" panose="02020603050405020304" pitchFamily="18" charset="0"/>
            </a:endParaRPr>
          </a:p>
        </p:txBody>
      </p:sp>
      <p:sp>
        <p:nvSpPr>
          <p:cNvPr id="4" name="灯片编号占位符 3">
            <a:extLst>
              <a:ext uri="{FF2B5EF4-FFF2-40B4-BE49-F238E27FC236}">
                <a16:creationId xmlns:a16="http://schemas.microsoft.com/office/drawing/2014/main" id="{5527A7E0-B440-1479-224D-0A21D6592379}"/>
              </a:ext>
            </a:extLst>
          </p:cNvPr>
          <p:cNvSpPr>
            <a:spLocks noGrp="1"/>
          </p:cNvSpPr>
          <p:nvPr>
            <p:ph type="sldNum" sz="quarter" idx="5"/>
          </p:nvPr>
        </p:nvSpPr>
        <p:spPr/>
        <p:txBody>
          <a:bodyPr/>
          <a:lstStyle/>
          <a:p>
            <a:fld id="{5E13ECD2-14D7-4265-AF23-95505127F74C}" type="slidenum">
              <a:rPr lang="en-SG" smtClean="0"/>
              <a:t>22</a:t>
            </a:fld>
            <a:endParaRPr lang="en-SG"/>
          </a:p>
        </p:txBody>
      </p:sp>
    </p:spTree>
    <p:extLst>
      <p:ext uri="{BB962C8B-B14F-4D97-AF65-F5344CB8AC3E}">
        <p14:creationId xmlns:p14="http://schemas.microsoft.com/office/powerpoint/2010/main" val="13708495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A931E-6B22-C511-BB79-CDA7E64A33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9D54CB4-8DD7-0633-EC1F-4F90D32F099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FF47BFD-1985-CFC6-531E-AF5D7E4E8C88}"/>
              </a:ext>
            </a:extLst>
          </p:cNvPr>
          <p:cNvSpPr>
            <a:spLocks noGrp="1"/>
          </p:cNvSpPr>
          <p:nvPr>
            <p:ph type="body" idx="1"/>
          </p:nvPr>
        </p:nvSpPr>
        <p:spPr/>
        <p:txBody>
          <a:bodyPr/>
          <a:lstStyle/>
          <a:p>
            <a:pPr>
              <a:lnSpc>
                <a:spcPct val="115000"/>
              </a:lnSpc>
              <a:spcAft>
                <a:spcPts val="800"/>
              </a:spcAft>
            </a:pPr>
            <a:r>
              <a:rPr lang="en" altLang="zh-TW" sz="2800"/>
              <a:t>Initially, we chose YOLOv5 for its lightweight design and success in real-time applications, making it suitable for gesture recognition. However, during testing, we encountered limitations. YOLOv5 struggled with complex backgrounds, leading to misrecognition, and had difficulties in capturing fine gesture details, especially finger movements in sign language.</a:t>
            </a:r>
            <a:endParaRPr lang="en-US" altLang="zh-CN" sz="1800" kern="100">
              <a:effectLst/>
              <a:latin typeface="Aptos" panose="020B0004020202020204" pitchFamily="34" charset="0"/>
              <a:ea typeface="PMingLiU" panose="02020500000000000000" pitchFamily="18" charset="-120"/>
              <a:cs typeface="Times New Roman" panose="02020603050405020304" pitchFamily="18" charset="0"/>
            </a:endParaRPr>
          </a:p>
        </p:txBody>
      </p:sp>
      <p:sp>
        <p:nvSpPr>
          <p:cNvPr id="4" name="灯片编号占位符 3">
            <a:extLst>
              <a:ext uri="{FF2B5EF4-FFF2-40B4-BE49-F238E27FC236}">
                <a16:creationId xmlns:a16="http://schemas.microsoft.com/office/drawing/2014/main" id="{BE91711F-A0D3-C3D2-38BA-DD59E41EB3B1}"/>
              </a:ext>
            </a:extLst>
          </p:cNvPr>
          <p:cNvSpPr>
            <a:spLocks noGrp="1"/>
          </p:cNvSpPr>
          <p:nvPr>
            <p:ph type="sldNum" sz="quarter" idx="5"/>
          </p:nvPr>
        </p:nvSpPr>
        <p:spPr/>
        <p:txBody>
          <a:bodyPr/>
          <a:lstStyle/>
          <a:p>
            <a:fld id="{5E13ECD2-14D7-4265-AF23-95505127F74C}" type="slidenum">
              <a:rPr lang="en-SG" smtClean="0"/>
              <a:t>23</a:t>
            </a:fld>
            <a:endParaRPr lang="en-SG"/>
          </a:p>
        </p:txBody>
      </p:sp>
    </p:spTree>
    <p:extLst>
      <p:ext uri="{BB962C8B-B14F-4D97-AF65-F5344CB8AC3E}">
        <p14:creationId xmlns:p14="http://schemas.microsoft.com/office/powerpoint/2010/main" val="30480418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696DF-08FE-E6C1-1A7C-FE09C1AB15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DC89AC-083A-7FAD-EC4F-832262F5C49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7F064AE-B80A-44CF-037B-A3141E28FE10}"/>
              </a:ext>
            </a:extLst>
          </p:cNvPr>
          <p:cNvSpPr>
            <a:spLocks noGrp="1"/>
          </p:cNvSpPr>
          <p:nvPr>
            <p:ph type="body" idx="1"/>
          </p:nvPr>
        </p:nvSpPr>
        <p:spPr/>
        <p:txBody>
          <a:bodyPr/>
          <a:lstStyle/>
          <a:p>
            <a:pPr>
              <a:lnSpc>
                <a:spcPct val="115000"/>
              </a:lnSpc>
              <a:spcAft>
                <a:spcPts val="800"/>
              </a:spcAft>
            </a:pPr>
            <a:r>
              <a:rPr lang="en" altLang="zh-TW" sz="4000"/>
              <a:t>To overcome YOLOv5’s limitations, we shifted to YOLOv8, which improves feature extraction with </a:t>
            </a:r>
            <a:r>
              <a:rPr lang="en" altLang="zh-TW" sz="4000" err="1"/>
              <a:t>CSPNet</a:t>
            </a:r>
            <a:r>
              <a:rPr lang="en" altLang="zh-TW" sz="4000"/>
              <a:t> and adds adaptive anchor boxes for better accuracy. Enhanced background handling and optimized training strategies make it robust across diverse conditions.</a:t>
            </a:r>
            <a:endParaRPr lang="en-US" altLang="zh-CN" sz="1800" kern="100">
              <a:effectLst/>
              <a:latin typeface="Aptos" panose="020B0004020202020204" pitchFamily="34" charset="0"/>
              <a:ea typeface="PMingLiU" panose="02020500000000000000" pitchFamily="18" charset="-120"/>
              <a:cs typeface="Times New Roman" panose="02020603050405020304" pitchFamily="18" charset="0"/>
            </a:endParaRPr>
          </a:p>
        </p:txBody>
      </p:sp>
      <p:sp>
        <p:nvSpPr>
          <p:cNvPr id="4" name="灯片编号占位符 3">
            <a:extLst>
              <a:ext uri="{FF2B5EF4-FFF2-40B4-BE49-F238E27FC236}">
                <a16:creationId xmlns:a16="http://schemas.microsoft.com/office/drawing/2014/main" id="{DE75CF51-8149-4F83-4C1E-A1C686EF348F}"/>
              </a:ext>
            </a:extLst>
          </p:cNvPr>
          <p:cNvSpPr>
            <a:spLocks noGrp="1"/>
          </p:cNvSpPr>
          <p:nvPr>
            <p:ph type="sldNum" sz="quarter" idx="5"/>
          </p:nvPr>
        </p:nvSpPr>
        <p:spPr/>
        <p:txBody>
          <a:bodyPr/>
          <a:lstStyle/>
          <a:p>
            <a:fld id="{5E13ECD2-14D7-4265-AF23-95505127F74C}" type="slidenum">
              <a:rPr lang="en-SG" smtClean="0"/>
              <a:t>24</a:t>
            </a:fld>
            <a:endParaRPr lang="en-SG"/>
          </a:p>
        </p:txBody>
      </p:sp>
    </p:spTree>
    <p:extLst>
      <p:ext uri="{BB962C8B-B14F-4D97-AF65-F5344CB8AC3E}">
        <p14:creationId xmlns:p14="http://schemas.microsoft.com/office/powerpoint/2010/main" val="2793395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3F3B3-5741-333C-CC9E-9D62AAE8D7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1E9956D-D53E-1C85-96FE-29135731E8D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BE4EA9E-97DC-10FB-C7A0-A4A4892DA89A}"/>
              </a:ext>
            </a:extLst>
          </p:cNvPr>
          <p:cNvSpPr>
            <a:spLocks noGrp="1"/>
          </p:cNvSpPr>
          <p:nvPr>
            <p:ph type="body" idx="1"/>
          </p:nvPr>
        </p:nvSpPr>
        <p:spPr/>
        <p:txBody>
          <a:bodyPr/>
          <a:lstStyle/>
          <a:p>
            <a:r>
              <a:rPr lang="en" altLang="zh-TW" sz="4000"/>
              <a:t>We collected diverse sign language images and applied data augmentation (rotation, scaling, contrast) to improve adaptability. Rigorous data cleaning ensured high-quality inputs for training.</a:t>
            </a:r>
          </a:p>
        </p:txBody>
      </p:sp>
      <p:sp>
        <p:nvSpPr>
          <p:cNvPr id="4" name="灯片编号占位符 3">
            <a:extLst>
              <a:ext uri="{FF2B5EF4-FFF2-40B4-BE49-F238E27FC236}">
                <a16:creationId xmlns:a16="http://schemas.microsoft.com/office/drawing/2014/main" id="{E0B81CFF-EBC8-C86B-BD56-602AC1A3F08E}"/>
              </a:ext>
            </a:extLst>
          </p:cNvPr>
          <p:cNvSpPr>
            <a:spLocks noGrp="1"/>
          </p:cNvSpPr>
          <p:nvPr>
            <p:ph type="sldNum" sz="quarter" idx="5"/>
          </p:nvPr>
        </p:nvSpPr>
        <p:spPr/>
        <p:txBody>
          <a:bodyPr/>
          <a:lstStyle/>
          <a:p>
            <a:fld id="{5E13ECD2-14D7-4265-AF23-95505127F74C}" type="slidenum">
              <a:rPr lang="en-SG" smtClean="0"/>
              <a:t>25</a:t>
            </a:fld>
            <a:endParaRPr lang="en-SG"/>
          </a:p>
        </p:txBody>
      </p:sp>
    </p:spTree>
    <p:extLst>
      <p:ext uri="{BB962C8B-B14F-4D97-AF65-F5344CB8AC3E}">
        <p14:creationId xmlns:p14="http://schemas.microsoft.com/office/powerpoint/2010/main" val="222381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E508A-C7F7-D1DA-B65F-891540A9DC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2E752E9-0ECA-5F07-2AFC-3FD81A9CCE9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96E63A8-A415-8C94-64C4-6BEB0A0343B5}"/>
              </a:ext>
            </a:extLst>
          </p:cNvPr>
          <p:cNvSpPr>
            <a:spLocks noGrp="1"/>
          </p:cNvSpPr>
          <p:nvPr>
            <p:ph type="body" idx="1"/>
          </p:nvPr>
        </p:nvSpPr>
        <p:spPr/>
        <p:txBody>
          <a:bodyPr/>
          <a:lstStyle/>
          <a:p>
            <a:r>
              <a:rPr lang="en" altLang="zh-TW" sz="4000"/>
              <a:t>Using pretrained weights, fine-tuning, and data augmentation, we achieved stable, high-accuracy recognition. The model reached an F1 score of 0.87, enabling real-time recognition of 26 alphabet gestures.</a:t>
            </a:r>
            <a:endParaRPr lang="en-US" altLang="zh-CN" sz="1800" kern="100">
              <a:effectLst/>
              <a:latin typeface="Aptos" panose="020B0004020202020204" pitchFamily="34" charset="0"/>
              <a:ea typeface="PMingLiU" panose="02020500000000000000" pitchFamily="18" charset="-120"/>
              <a:cs typeface="Times New Roman" panose="02020603050405020304" pitchFamily="18" charset="0"/>
            </a:endParaRPr>
          </a:p>
        </p:txBody>
      </p:sp>
      <p:sp>
        <p:nvSpPr>
          <p:cNvPr id="4" name="灯片编号占位符 3">
            <a:extLst>
              <a:ext uri="{FF2B5EF4-FFF2-40B4-BE49-F238E27FC236}">
                <a16:creationId xmlns:a16="http://schemas.microsoft.com/office/drawing/2014/main" id="{959DF0A1-F21B-9FA0-BB0B-E44B903008A5}"/>
              </a:ext>
            </a:extLst>
          </p:cNvPr>
          <p:cNvSpPr>
            <a:spLocks noGrp="1"/>
          </p:cNvSpPr>
          <p:nvPr>
            <p:ph type="sldNum" sz="quarter" idx="5"/>
          </p:nvPr>
        </p:nvSpPr>
        <p:spPr/>
        <p:txBody>
          <a:bodyPr/>
          <a:lstStyle/>
          <a:p>
            <a:fld id="{5E13ECD2-14D7-4265-AF23-95505127F74C}" type="slidenum">
              <a:rPr lang="en-SG" smtClean="0"/>
              <a:t>26</a:t>
            </a:fld>
            <a:endParaRPr lang="en-SG"/>
          </a:p>
        </p:txBody>
      </p:sp>
    </p:spTree>
    <p:extLst>
      <p:ext uri="{BB962C8B-B14F-4D97-AF65-F5344CB8AC3E}">
        <p14:creationId xmlns:p14="http://schemas.microsoft.com/office/powerpoint/2010/main" val="29096714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0">
                <a:effectLst/>
                <a:latin typeface="Calibri" panose="020F0502020204030204" pitchFamily="34" charset="0"/>
                <a:ea typeface="宋体" panose="02010600030101010101" pitchFamily="2" charset="-122"/>
                <a:cs typeface="Times New Roman" panose="02020603050405020304" pitchFamily="18" charset="0"/>
              </a:rPr>
              <a:t>To ensure that the app's recognition capabilities meet real-world demands in both accuracy and usability, we use several ways to evaluate the application.</a:t>
            </a:r>
            <a:endParaRPr lang="en-US" altLang="zh-CN" sz="1800">
              <a:effectLst/>
              <a:latin typeface="Calibri" panose="020F0502020204030204" pitchFamily="34" charset="0"/>
              <a:ea typeface="宋体" panose="02010600030101010101" pitchFamily="2" charset="-122"/>
              <a:cs typeface="Times New Roman" panose="02020603050405020304" pitchFamily="18" charset="0"/>
            </a:endParaRPr>
          </a:p>
          <a:p>
            <a:endParaRPr lang="zh-CN" altLang="en-US"/>
          </a:p>
        </p:txBody>
      </p:sp>
      <p:sp>
        <p:nvSpPr>
          <p:cNvPr id="4" name="灯片编号占位符 3"/>
          <p:cNvSpPr>
            <a:spLocks noGrp="1"/>
          </p:cNvSpPr>
          <p:nvPr>
            <p:ph type="sldNum" sz="quarter" idx="5"/>
          </p:nvPr>
        </p:nvSpPr>
        <p:spPr/>
        <p:txBody>
          <a:bodyPr/>
          <a:lstStyle/>
          <a:p>
            <a:fld id="{5E13ECD2-14D7-4265-AF23-95505127F74C}" type="slidenum">
              <a:rPr lang="en-SG" smtClean="0"/>
              <a:t>27</a:t>
            </a:fld>
            <a:endParaRPr lang="en-SG"/>
          </a:p>
        </p:txBody>
      </p:sp>
    </p:spTree>
    <p:extLst>
      <p:ext uri="{BB962C8B-B14F-4D97-AF65-F5344CB8AC3E}">
        <p14:creationId xmlns:p14="http://schemas.microsoft.com/office/powerpoint/2010/main" val="1374472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4000"/>
              <a:t>The confusion matrix shows high accuracy and a low miss rate. Minor confusion occurs between similar letters like ‘M,’ ‘N,’ and ‘T,’ likely due to dataset limits. Future work will expand the dataset and use data augmentation to improve results.</a:t>
            </a:r>
            <a:endParaRPr lang="zh-CN" altLang="en-US"/>
          </a:p>
        </p:txBody>
      </p:sp>
      <p:sp>
        <p:nvSpPr>
          <p:cNvPr id="4" name="灯片编号占位符 3"/>
          <p:cNvSpPr>
            <a:spLocks noGrp="1"/>
          </p:cNvSpPr>
          <p:nvPr>
            <p:ph type="sldNum" sz="quarter" idx="5"/>
          </p:nvPr>
        </p:nvSpPr>
        <p:spPr/>
        <p:txBody>
          <a:bodyPr/>
          <a:lstStyle/>
          <a:p>
            <a:fld id="{5E13ECD2-14D7-4265-AF23-95505127F74C}" type="slidenum">
              <a:rPr lang="en-SG" smtClean="0"/>
              <a:t>28</a:t>
            </a:fld>
            <a:endParaRPr lang="en-SG"/>
          </a:p>
        </p:txBody>
      </p:sp>
    </p:spTree>
    <p:extLst>
      <p:ext uri="{BB962C8B-B14F-4D97-AF65-F5344CB8AC3E}">
        <p14:creationId xmlns:p14="http://schemas.microsoft.com/office/powerpoint/2010/main" val="16629028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4000"/>
              <a:t>The F1 curve highlights the balance between precision and recall.</a:t>
            </a:r>
          </a:p>
          <a:p>
            <a:r>
              <a:rPr lang="en-US" altLang="zh-CN" sz="4000"/>
              <a:t>Our model achieves an optimal balance within the 0.2–0.8 confidence range, showing strong overall performance.</a:t>
            </a:r>
          </a:p>
        </p:txBody>
      </p:sp>
      <p:sp>
        <p:nvSpPr>
          <p:cNvPr id="4" name="灯片编号占位符 3"/>
          <p:cNvSpPr>
            <a:spLocks noGrp="1"/>
          </p:cNvSpPr>
          <p:nvPr>
            <p:ph type="sldNum" sz="quarter" idx="5"/>
          </p:nvPr>
        </p:nvSpPr>
        <p:spPr/>
        <p:txBody>
          <a:bodyPr/>
          <a:lstStyle/>
          <a:p>
            <a:fld id="{5E13ECD2-14D7-4265-AF23-95505127F74C}" type="slidenum">
              <a:rPr lang="en-SG" smtClean="0"/>
              <a:t>29</a:t>
            </a:fld>
            <a:endParaRPr lang="en-SG"/>
          </a:p>
        </p:txBody>
      </p:sp>
    </p:spTree>
    <p:extLst>
      <p:ext uri="{BB962C8B-B14F-4D97-AF65-F5344CB8AC3E}">
        <p14:creationId xmlns:p14="http://schemas.microsoft.com/office/powerpoint/2010/main" val="36999520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C0580-732C-07BD-6EDA-BBE504E9A4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3220E7-F311-43BB-90FE-A1EF37BD82D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BAFED52-B5F5-B160-53B1-C081F94DBA1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5400"/>
              <a:t>Our PCC plot demonstrates strong model performance. The curve trends up and to the left, meaning our model maintains high precision with low false alarms and high recall, even at lower confidence levels. This confirms excellent recognition accuracy.</a:t>
            </a:r>
            <a:endParaRPr lang="zh-CN" altLang="en-US"/>
          </a:p>
        </p:txBody>
      </p:sp>
      <p:sp>
        <p:nvSpPr>
          <p:cNvPr id="4" name="灯片编号占位符 3">
            <a:extLst>
              <a:ext uri="{FF2B5EF4-FFF2-40B4-BE49-F238E27FC236}">
                <a16:creationId xmlns:a16="http://schemas.microsoft.com/office/drawing/2014/main" id="{6B04DCD8-F8EE-8566-1F2D-7E273E2854E0}"/>
              </a:ext>
            </a:extLst>
          </p:cNvPr>
          <p:cNvSpPr>
            <a:spLocks noGrp="1"/>
          </p:cNvSpPr>
          <p:nvPr>
            <p:ph type="sldNum" sz="quarter" idx="5"/>
          </p:nvPr>
        </p:nvSpPr>
        <p:spPr/>
        <p:txBody>
          <a:bodyPr/>
          <a:lstStyle/>
          <a:p>
            <a:fld id="{5E13ECD2-14D7-4265-AF23-95505127F74C}" type="slidenum">
              <a:rPr lang="en-SG" smtClean="0"/>
              <a:t>30</a:t>
            </a:fld>
            <a:endParaRPr lang="en-SG"/>
          </a:p>
        </p:txBody>
      </p:sp>
    </p:spTree>
    <p:extLst>
      <p:ext uri="{BB962C8B-B14F-4D97-AF65-F5344CB8AC3E}">
        <p14:creationId xmlns:p14="http://schemas.microsoft.com/office/powerpoint/2010/main" val="32350617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6A7CC-A9CE-7E7B-FF2E-233CBBC34E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23D60F-D70B-A91B-D7C4-17CCC48D00C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DFF7630-1B55-D728-99C4-AD1895C0D2F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600"/>
              <a:t>Our RCC plot shows the balance between precision and recall.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600"/>
              <a:t>A steeper curve reflects better recall, and its proximity to the top-right corner demonstrates our model's strong performance in maintaining both high precision and recall.</a:t>
            </a:r>
            <a:endParaRPr lang="zh-CN" altLang="en-US"/>
          </a:p>
        </p:txBody>
      </p:sp>
      <p:sp>
        <p:nvSpPr>
          <p:cNvPr id="4" name="灯片编号占位符 3">
            <a:extLst>
              <a:ext uri="{FF2B5EF4-FFF2-40B4-BE49-F238E27FC236}">
                <a16:creationId xmlns:a16="http://schemas.microsoft.com/office/drawing/2014/main" id="{4B6E4D03-E21D-2B40-F408-3980718D9B6F}"/>
              </a:ext>
            </a:extLst>
          </p:cNvPr>
          <p:cNvSpPr>
            <a:spLocks noGrp="1"/>
          </p:cNvSpPr>
          <p:nvPr>
            <p:ph type="sldNum" sz="quarter" idx="5"/>
          </p:nvPr>
        </p:nvSpPr>
        <p:spPr/>
        <p:txBody>
          <a:bodyPr/>
          <a:lstStyle/>
          <a:p>
            <a:fld id="{5E13ECD2-14D7-4265-AF23-95505127F74C}" type="slidenum">
              <a:rPr lang="en-SG" smtClean="0"/>
              <a:t>31</a:t>
            </a:fld>
            <a:endParaRPr lang="en-SG"/>
          </a:p>
        </p:txBody>
      </p:sp>
    </p:spTree>
    <p:extLst>
      <p:ext uri="{BB962C8B-B14F-4D97-AF65-F5344CB8AC3E}">
        <p14:creationId xmlns:p14="http://schemas.microsoft.com/office/powerpoint/2010/main" val="8381254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30AB0-F466-56AA-ADFE-F6E2C6BFED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309E6A4-878B-CF78-C2AF-F83B2380408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965795-EAB7-E9C6-3475-50F7076A8E1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600"/>
              <a:t>The PR curve shows the trade-off between precision and recall, with precision on the Y-axis and recall on the X-axis. Our curve is close to the top-right corner, signifying that our model achieves high precision and recall, ensuring accurate predictions</a:t>
            </a:r>
            <a:endParaRPr lang="zh-CN" altLang="en-US"/>
          </a:p>
        </p:txBody>
      </p:sp>
      <p:sp>
        <p:nvSpPr>
          <p:cNvPr id="4" name="灯片编号占位符 3">
            <a:extLst>
              <a:ext uri="{FF2B5EF4-FFF2-40B4-BE49-F238E27FC236}">
                <a16:creationId xmlns:a16="http://schemas.microsoft.com/office/drawing/2014/main" id="{1511D360-8CFE-5578-1D0F-B3314A32DEED}"/>
              </a:ext>
            </a:extLst>
          </p:cNvPr>
          <p:cNvSpPr>
            <a:spLocks noGrp="1"/>
          </p:cNvSpPr>
          <p:nvPr>
            <p:ph type="sldNum" sz="quarter" idx="5"/>
          </p:nvPr>
        </p:nvSpPr>
        <p:spPr/>
        <p:txBody>
          <a:bodyPr/>
          <a:lstStyle/>
          <a:p>
            <a:fld id="{5E13ECD2-14D7-4265-AF23-95505127F74C}" type="slidenum">
              <a:rPr lang="en-SG" smtClean="0"/>
              <a:t>32</a:t>
            </a:fld>
            <a:endParaRPr lang="en-SG"/>
          </a:p>
        </p:txBody>
      </p:sp>
    </p:spTree>
    <p:extLst>
      <p:ext uri="{BB962C8B-B14F-4D97-AF65-F5344CB8AC3E}">
        <p14:creationId xmlns:p14="http://schemas.microsoft.com/office/powerpoint/2010/main" val="3972286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E13ECD2-14D7-4265-AF23-95505127F74C}" type="slidenum">
              <a:rPr lang="en-SG" smtClean="0"/>
              <a:t>33</a:t>
            </a:fld>
            <a:endParaRPr lang="en-SG"/>
          </a:p>
        </p:txBody>
      </p:sp>
    </p:spTree>
    <p:extLst>
      <p:ext uri="{BB962C8B-B14F-4D97-AF65-F5344CB8AC3E}">
        <p14:creationId xmlns:p14="http://schemas.microsoft.com/office/powerpoint/2010/main" val="40316051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9D5C8-E75D-F267-1760-6053A4659F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9ECC56B-B545-31CB-686D-E7EC145E4A6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43BE630-DA4A-9147-E637-47E2D5F80723}"/>
              </a:ext>
            </a:extLst>
          </p:cNvPr>
          <p:cNvSpPr>
            <a:spLocks noGrp="1"/>
          </p:cNvSpPr>
          <p:nvPr>
            <p:ph type="body" idx="1"/>
          </p:nvPr>
        </p:nvSpPr>
        <p:spPr/>
        <p:txBody>
          <a:bodyPr/>
          <a:lstStyle/>
          <a:p>
            <a:r>
              <a:rPr lang="en" altLang="zh-TW" sz="5400" i="1"/>
              <a:t>Signify</a:t>
            </a:r>
            <a:r>
              <a:rPr lang="en" altLang="zh-TW" sz="5400"/>
              <a:t> offers an accessible platform for learning sign language, enabling users to practice anytime, anywhere, beyond the limits of traditional classes. Its real-time feedback allows immediate corrections, making learning faster and more accurate. The app includes game elements, like a shooting game, to keep users engaged and motivated. Beyond learning, </a:t>
            </a:r>
            <a:r>
              <a:rPr lang="en" altLang="zh-TW" sz="5400" i="1"/>
              <a:t>Signify</a:t>
            </a:r>
            <a:r>
              <a:rPr lang="en" altLang="zh-TW" sz="5400"/>
              <a:t> promotes social inclusion, bridging the gap between hearing and hearing-impaired communities.</a:t>
            </a:r>
          </a:p>
        </p:txBody>
      </p:sp>
      <p:sp>
        <p:nvSpPr>
          <p:cNvPr id="4" name="灯片编号占位符 3">
            <a:extLst>
              <a:ext uri="{FF2B5EF4-FFF2-40B4-BE49-F238E27FC236}">
                <a16:creationId xmlns:a16="http://schemas.microsoft.com/office/drawing/2014/main" id="{B4F7DED2-9A99-466E-46CB-0C76BD51CE0D}"/>
              </a:ext>
            </a:extLst>
          </p:cNvPr>
          <p:cNvSpPr>
            <a:spLocks noGrp="1"/>
          </p:cNvSpPr>
          <p:nvPr>
            <p:ph type="sldNum" sz="quarter" idx="5"/>
          </p:nvPr>
        </p:nvSpPr>
        <p:spPr/>
        <p:txBody>
          <a:bodyPr/>
          <a:lstStyle/>
          <a:p>
            <a:fld id="{5E13ECD2-14D7-4265-AF23-95505127F74C}" type="slidenum">
              <a:rPr lang="en-SG" smtClean="0"/>
              <a:t>34</a:t>
            </a:fld>
            <a:endParaRPr lang="en-SG"/>
          </a:p>
        </p:txBody>
      </p:sp>
    </p:spTree>
    <p:extLst>
      <p:ext uri="{BB962C8B-B14F-4D97-AF65-F5344CB8AC3E}">
        <p14:creationId xmlns:p14="http://schemas.microsoft.com/office/powerpoint/2010/main" val="24314054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3709C-9BD9-5D39-0E8E-7EE506463C0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7D2323-AB7C-1109-10C1-49B1B5F8F0E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8F70C48-53BA-8A5A-4604-30AF59BE45BB}"/>
              </a:ext>
            </a:extLst>
          </p:cNvPr>
          <p:cNvSpPr>
            <a:spLocks noGrp="1"/>
          </p:cNvSpPr>
          <p:nvPr>
            <p:ph type="body" idx="1"/>
          </p:nvPr>
        </p:nvSpPr>
        <p:spPr/>
        <p:txBody>
          <a:bodyPr/>
          <a:lstStyle/>
          <a:p>
            <a:r>
              <a:rPr lang="en" altLang="zh-TW" sz="7200"/>
              <a:t>Looking ahead, </a:t>
            </a:r>
            <a:r>
              <a:rPr lang="en" altLang="zh-TW" sz="7200" i="1"/>
              <a:t>Signify</a:t>
            </a:r>
            <a:r>
              <a:rPr lang="en" altLang="zh-TW" sz="7200"/>
              <a:t> plans to expand its vocabulary and support for other sign languages like ASL and BSL to reach a wider audience. We aim to improve model accuracy by training on diverse datasets for reliable performance across scenarios. Future updates will offer personalized learning paths, gamification features, and enhanced tracking on the learning page to help users improve gesture skills effectively.</a:t>
            </a:r>
            <a:endParaRPr lang="en-US" altLang="zh-CN" sz="1800" kern="100">
              <a:effectLst/>
              <a:latin typeface="Aptos" panose="020B0004020202020204" pitchFamily="34" charset="0"/>
              <a:ea typeface="PMingLiU" panose="02020500000000000000" pitchFamily="18" charset="-120"/>
              <a:cs typeface="Times New Roman" panose="02020603050405020304" pitchFamily="18" charset="0"/>
            </a:endParaRPr>
          </a:p>
        </p:txBody>
      </p:sp>
      <p:sp>
        <p:nvSpPr>
          <p:cNvPr id="4" name="灯片编号占位符 3">
            <a:extLst>
              <a:ext uri="{FF2B5EF4-FFF2-40B4-BE49-F238E27FC236}">
                <a16:creationId xmlns:a16="http://schemas.microsoft.com/office/drawing/2014/main" id="{DF854C66-F99D-5585-C6B8-2757FF5CD7F8}"/>
              </a:ext>
            </a:extLst>
          </p:cNvPr>
          <p:cNvSpPr>
            <a:spLocks noGrp="1"/>
          </p:cNvSpPr>
          <p:nvPr>
            <p:ph type="sldNum" sz="quarter" idx="5"/>
          </p:nvPr>
        </p:nvSpPr>
        <p:spPr/>
        <p:txBody>
          <a:bodyPr/>
          <a:lstStyle/>
          <a:p>
            <a:fld id="{5E13ECD2-14D7-4265-AF23-95505127F74C}" type="slidenum">
              <a:rPr lang="en-SG" smtClean="0"/>
              <a:t>35</a:t>
            </a:fld>
            <a:endParaRPr lang="en-SG"/>
          </a:p>
        </p:txBody>
      </p:sp>
    </p:spTree>
    <p:extLst>
      <p:ext uri="{BB962C8B-B14F-4D97-AF65-F5344CB8AC3E}">
        <p14:creationId xmlns:p14="http://schemas.microsoft.com/office/powerpoint/2010/main" val="23086680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Title 1"/>
          <p:cNvSpPr>
            <a:spLocks noGrp="1"/>
          </p:cNvSpPr>
          <p:nvPr>
            <p:ph type="ctrTitle"/>
          </p:nvPr>
        </p:nvSpPr>
        <p:spPr>
          <a:xfrm>
            <a:off x="1388466" y="2121318"/>
            <a:ext cx="7411601" cy="1280230"/>
          </a:xfrm>
        </p:spPr>
        <p:txBody>
          <a:bodyPr anchor="t">
            <a:normAutofit/>
          </a:bodyPr>
          <a:lstStyle>
            <a:lvl1pPr algn="l">
              <a:defRPr sz="4400" b="1" cap="all" baseline="0">
                <a:solidFill>
                  <a:srgbClr val="173F7E"/>
                </a:solidFill>
                <a:latin typeface="Arial" panose="020B0604020202020204" pitchFamily="34" charset="0"/>
                <a:cs typeface="Arial" panose="020B0604020202020204" pitchFamily="34" charset="0"/>
              </a:defRPr>
            </a:lvl1pPr>
          </a:lstStyle>
          <a:p>
            <a:r>
              <a:rPr lang="en-US"/>
              <a:t>Click to edit Master title style</a:t>
            </a:r>
          </a:p>
        </p:txBody>
      </p:sp>
      <p:sp>
        <p:nvSpPr>
          <p:cNvPr id="10" name="Text Placeholder 10"/>
          <p:cNvSpPr>
            <a:spLocks noGrp="1"/>
          </p:cNvSpPr>
          <p:nvPr>
            <p:ph type="body" sz="quarter" idx="13"/>
          </p:nvPr>
        </p:nvSpPr>
        <p:spPr>
          <a:xfrm>
            <a:off x="1388466" y="4127588"/>
            <a:ext cx="6846887" cy="1441107"/>
          </a:xfrm>
        </p:spPr>
        <p:txBody>
          <a:bodyPr>
            <a:normAutofit/>
          </a:bodyPr>
          <a:lstStyle>
            <a:lvl1pPr marL="0" indent="0">
              <a:buNone/>
              <a:defRPr sz="2000" b="1">
                <a:solidFill>
                  <a:schemeClr val="tx1"/>
                </a:solidFill>
                <a:latin typeface="Arial" panose="020B0604020202020204" pitchFamily="34" charset="0"/>
                <a:cs typeface="Arial" panose="020B0604020202020204" pitchFamily="34" charset="0"/>
              </a:defRPr>
            </a:lvl1pPr>
          </a:lstStyle>
          <a:p>
            <a:pPr lvl="0"/>
            <a:r>
              <a:rPr lang="en-US"/>
              <a:t>Click to edit Master text styles</a:t>
            </a:r>
          </a:p>
        </p:txBody>
      </p:sp>
      <p:pic>
        <p:nvPicPr>
          <p:cNvPr id="2" name="Picture 1"/>
          <p:cNvPicPr>
            <a:picLocks noChangeAspect="1"/>
          </p:cNvPicPr>
          <p:nvPr/>
        </p:nvPicPr>
        <p:blipFill>
          <a:blip r:embed="rId2" cstate="email"/>
          <a:stretch>
            <a:fillRect/>
          </a:stretch>
        </p:blipFill>
        <p:spPr>
          <a:xfrm>
            <a:off x="0" y="1892325"/>
            <a:ext cx="1177848" cy="1093166"/>
          </a:xfrm>
          <a:prstGeom prst="rect">
            <a:avLst/>
          </a:prstGeom>
        </p:spPr>
      </p:pic>
      <p:pic>
        <p:nvPicPr>
          <p:cNvPr id="11" name="Picture 10"/>
          <p:cNvPicPr>
            <a:picLocks noChangeAspect="1"/>
          </p:cNvPicPr>
          <p:nvPr/>
        </p:nvPicPr>
        <p:blipFill>
          <a:blip r:embed="rId3" cstate="email"/>
          <a:stretch>
            <a:fillRect/>
          </a:stretch>
        </p:blipFill>
        <p:spPr>
          <a:xfrm>
            <a:off x="8884725" y="-22280"/>
            <a:ext cx="284673" cy="5373216"/>
          </a:xfrm>
          <a:prstGeom prst="rect">
            <a:avLst/>
          </a:prstGeom>
        </p:spPr>
      </p:pic>
      <p:pic>
        <p:nvPicPr>
          <p:cNvPr id="13" name="Picture 12"/>
          <p:cNvPicPr>
            <a:picLocks noChangeAspect="1"/>
          </p:cNvPicPr>
          <p:nvPr userDrawn="1"/>
        </p:nvPicPr>
        <p:blipFill>
          <a:blip r:embed="rId2" cstate="email"/>
          <a:stretch>
            <a:fillRect/>
          </a:stretch>
        </p:blipFill>
        <p:spPr>
          <a:xfrm>
            <a:off x="0" y="1892325"/>
            <a:ext cx="1177848" cy="1093166"/>
          </a:xfrm>
          <a:prstGeom prst="rect">
            <a:avLst/>
          </a:prstGeom>
        </p:spPr>
      </p:pic>
      <p:pic>
        <p:nvPicPr>
          <p:cNvPr id="14" name="Picture 13"/>
          <p:cNvPicPr>
            <a:picLocks noChangeAspect="1"/>
          </p:cNvPicPr>
          <p:nvPr userDrawn="1"/>
        </p:nvPicPr>
        <p:blipFill>
          <a:blip r:embed="rId3" cstate="email"/>
          <a:stretch>
            <a:fillRect/>
          </a:stretch>
        </p:blipFill>
        <p:spPr>
          <a:xfrm>
            <a:off x="8884725" y="-22280"/>
            <a:ext cx="284673" cy="5373216"/>
          </a:xfrm>
          <a:prstGeom prst="rect">
            <a:avLst/>
          </a:prstGeom>
        </p:spPr>
      </p:pic>
      <p:sp>
        <p:nvSpPr>
          <p:cNvPr id="15"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a:t>Page </a:t>
            </a:r>
            <a:fld id="{2F63C605-4FC6-46DE-BC90-871762EA3F52}" type="slidenum">
              <a:rPr lang="en-SG" smtClean="0"/>
              <a:t>‹#›</a:t>
            </a:fld>
            <a:endParaRPr lang="en-SG"/>
          </a:p>
        </p:txBody>
      </p:sp>
      <p:pic>
        <p:nvPicPr>
          <p:cNvPr id="16" name="Picture 15" descr="Text, logo&#10;&#10;Description automatically generated"/>
          <p:cNvPicPr>
            <a:picLocks noChangeAspect="1"/>
          </p:cNvPicPr>
          <p:nvPr userDrawn="1"/>
        </p:nvPicPr>
        <p:blipFill>
          <a:blip r:embed="rId4"/>
          <a:stretch>
            <a:fillRect/>
          </a:stretch>
        </p:blipFill>
        <p:spPr>
          <a:xfrm>
            <a:off x="7271881" y="186812"/>
            <a:ext cx="1828800" cy="67359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50831"/>
            <a:ext cx="6600413" cy="545561"/>
          </a:xfrm>
        </p:spPr>
        <p:txBody>
          <a:bodyPr>
            <a:normAutofit/>
          </a:bodyPr>
          <a:lstStyle>
            <a:lvl1pPr>
              <a:defRPr sz="3200" b="1" cap="none" baseline="0">
                <a:solidFill>
                  <a:srgbClr val="173F7E"/>
                </a:solidFill>
                <a:latin typeface="Arial" panose="020B0604020202020204" pitchFamily="34" charset="0"/>
                <a:cs typeface="Arial" panose="020B0604020202020204" pitchFamily="34" charset="0"/>
              </a:defRPr>
            </a:lvl1pPr>
          </a:lstStyle>
          <a:p>
            <a:r>
              <a:rPr lang="en-US"/>
              <a:t>Agenda</a:t>
            </a:r>
          </a:p>
        </p:txBody>
      </p:sp>
      <p:pic>
        <p:nvPicPr>
          <p:cNvPr id="7" name="Picture 6"/>
          <p:cNvPicPr>
            <a:picLocks noChangeAspect="1"/>
          </p:cNvPicPr>
          <p:nvPr/>
        </p:nvPicPr>
        <p:blipFill>
          <a:blip r:embed="rId2" cstate="print"/>
          <a:stretch>
            <a:fillRect/>
          </a:stretch>
        </p:blipFill>
        <p:spPr>
          <a:xfrm>
            <a:off x="1988" y="250831"/>
            <a:ext cx="583844" cy="545560"/>
          </a:xfrm>
          <a:prstGeom prst="rect">
            <a:avLst/>
          </a:prstGeom>
        </p:spPr>
      </p:pic>
      <p:sp>
        <p:nvSpPr>
          <p:cNvPr id="12" name="Text Placeholder 11"/>
          <p:cNvSpPr>
            <a:spLocks noGrp="1"/>
          </p:cNvSpPr>
          <p:nvPr>
            <p:ph type="body" sz="quarter" idx="13" hasCustomPrompt="1"/>
          </p:nvPr>
        </p:nvSpPr>
        <p:spPr>
          <a:xfrm>
            <a:off x="628650" y="1167027"/>
            <a:ext cx="7886700" cy="4143375"/>
          </a:xfrm>
        </p:spPr>
        <p:txBody>
          <a:bodyPr/>
          <a:lstStyle>
            <a:lvl1pPr marL="514350" indent="-514350" algn="just">
              <a:buFont typeface="Arial" panose="020B0604020202020204" pitchFamily="34" charset="0"/>
              <a:buChar char="•"/>
              <a:defRPr b="0" cap="none" baseline="0">
                <a:solidFill>
                  <a:schemeClr val="tx1"/>
                </a:solidFill>
              </a:defRPr>
            </a:lvl1pPr>
            <a:lvl2pPr>
              <a:defRPr>
                <a:solidFill>
                  <a:schemeClr val="tx1">
                    <a:lumMod val="75000"/>
                    <a:lumOff val="25000"/>
                  </a:schemeClr>
                </a:solidFill>
              </a:defRPr>
            </a:lvl2pPr>
          </a:lstStyle>
          <a:p>
            <a:pPr lvl="0"/>
            <a:r>
              <a:rPr lang="en-US"/>
              <a:t>Agenda 1</a:t>
            </a:r>
          </a:p>
          <a:p>
            <a:pPr lvl="0"/>
            <a:r>
              <a:rPr lang="en-US"/>
              <a:t>Agenda 2</a:t>
            </a:r>
          </a:p>
          <a:p>
            <a:pPr lvl="0"/>
            <a:r>
              <a:rPr lang="en-US"/>
              <a:t>Agenda 3</a:t>
            </a:r>
          </a:p>
          <a:p>
            <a:pPr lvl="0"/>
            <a:r>
              <a:rPr lang="en-US"/>
              <a:t>Agenda 4</a:t>
            </a:r>
          </a:p>
          <a:p>
            <a:pPr lvl="0"/>
            <a:r>
              <a:rPr lang="en-US"/>
              <a:t>Agenda 5</a:t>
            </a:r>
          </a:p>
        </p:txBody>
      </p:sp>
      <p:pic>
        <p:nvPicPr>
          <p:cNvPr id="8" name="Picture 7"/>
          <p:cNvPicPr>
            <a:picLocks noChangeAspect="1"/>
          </p:cNvPicPr>
          <p:nvPr userDrawn="1"/>
        </p:nvPicPr>
        <p:blipFill>
          <a:blip r:embed="rId2" cstate="print"/>
          <a:stretch>
            <a:fillRect/>
          </a:stretch>
        </p:blipFill>
        <p:spPr>
          <a:xfrm>
            <a:off x="1988" y="250831"/>
            <a:ext cx="583844" cy="545560"/>
          </a:xfrm>
          <a:prstGeom prst="rect">
            <a:avLst/>
          </a:prstGeom>
        </p:spPr>
      </p:pic>
      <p:sp>
        <p:nvSpPr>
          <p:cNvPr id="9"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a:t>Page </a:t>
            </a:r>
            <a:fld id="{2F63C605-4FC6-46DE-BC90-871762EA3F52}" type="slidenum">
              <a:rPr lang="en-SG" smtClean="0"/>
              <a:t>‹#›</a:t>
            </a:fld>
            <a:endParaRPr lang="en-SG"/>
          </a:p>
        </p:txBody>
      </p:sp>
      <p:pic>
        <p:nvPicPr>
          <p:cNvPr id="10" name="Picture 9" descr="Text, logo&#10;&#10;Description automatically generated"/>
          <p:cNvPicPr>
            <a:picLocks noChangeAspect="1"/>
          </p:cNvPicPr>
          <p:nvPr userDrawn="1"/>
        </p:nvPicPr>
        <p:blipFill>
          <a:blip r:embed="rId3"/>
          <a:stretch>
            <a:fillRect/>
          </a:stretch>
        </p:blipFill>
        <p:spPr>
          <a:xfrm>
            <a:off x="7271881" y="186812"/>
            <a:ext cx="1828800" cy="67359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50831"/>
            <a:ext cx="6600413" cy="545561"/>
          </a:xfrm>
        </p:spPr>
        <p:txBody>
          <a:bodyPr>
            <a:normAutofit/>
          </a:bodyPr>
          <a:lstStyle>
            <a:lvl1pPr>
              <a:defRPr sz="3200" b="1" cap="none" baseline="0">
                <a:solidFill>
                  <a:srgbClr val="173F7E"/>
                </a:solidFill>
                <a:latin typeface="Arial" panose="020B0604020202020204" pitchFamily="34" charset="0"/>
                <a:cs typeface="Arial" panose="020B0604020202020204" pitchFamily="34" charset="0"/>
              </a:defRPr>
            </a:lvl1pPr>
          </a:lstStyle>
          <a:p>
            <a:r>
              <a:rPr lang="en-US"/>
              <a:t>Title</a:t>
            </a:r>
          </a:p>
        </p:txBody>
      </p:sp>
      <p:pic>
        <p:nvPicPr>
          <p:cNvPr id="7" name="Picture 6"/>
          <p:cNvPicPr>
            <a:picLocks noChangeAspect="1"/>
          </p:cNvPicPr>
          <p:nvPr/>
        </p:nvPicPr>
        <p:blipFill>
          <a:blip r:embed="rId2" cstate="print"/>
          <a:stretch>
            <a:fillRect/>
          </a:stretch>
        </p:blipFill>
        <p:spPr>
          <a:xfrm>
            <a:off x="1988" y="250831"/>
            <a:ext cx="583844" cy="545560"/>
          </a:xfrm>
          <a:prstGeom prst="rect">
            <a:avLst/>
          </a:prstGeom>
        </p:spPr>
      </p:pic>
      <p:pic>
        <p:nvPicPr>
          <p:cNvPr id="8" name="Picture 7"/>
          <p:cNvPicPr>
            <a:picLocks noChangeAspect="1"/>
          </p:cNvPicPr>
          <p:nvPr userDrawn="1"/>
        </p:nvPicPr>
        <p:blipFill>
          <a:blip r:embed="rId2" cstate="print"/>
          <a:stretch>
            <a:fillRect/>
          </a:stretch>
        </p:blipFill>
        <p:spPr>
          <a:xfrm>
            <a:off x="1988" y="250831"/>
            <a:ext cx="583844" cy="545560"/>
          </a:xfrm>
          <a:prstGeom prst="rect">
            <a:avLst/>
          </a:prstGeom>
        </p:spPr>
      </p:pic>
      <p:sp>
        <p:nvSpPr>
          <p:cNvPr id="10"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a:t>Page </a:t>
            </a:r>
            <a:fld id="{2F63C605-4FC6-46DE-BC90-871762EA3F52}" type="slidenum">
              <a:rPr lang="en-SG" smtClean="0"/>
              <a:t>‹#›</a:t>
            </a:fld>
            <a:endParaRPr lang="en-SG"/>
          </a:p>
        </p:txBody>
      </p:sp>
      <p:pic>
        <p:nvPicPr>
          <p:cNvPr id="11" name="Picture 10" descr="Text, logo&#10;&#10;Description automatically generated"/>
          <p:cNvPicPr>
            <a:picLocks noChangeAspect="1"/>
          </p:cNvPicPr>
          <p:nvPr userDrawn="1"/>
        </p:nvPicPr>
        <p:blipFill>
          <a:blip r:embed="rId3"/>
          <a:stretch>
            <a:fillRect/>
          </a:stretch>
        </p:blipFill>
        <p:spPr>
          <a:xfrm>
            <a:off x="7271881" y="186812"/>
            <a:ext cx="1828800" cy="673597"/>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048325" y="6492872"/>
            <a:ext cx="1052945" cy="266851"/>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pPr algn="ctr"/>
            <a:r>
              <a:rPr lang="en-SG"/>
              <a:t>Page </a:t>
            </a:r>
            <a:fld id="{2F63C605-4FC6-46DE-BC90-871762EA3F52}" type="slidenum">
              <a:rPr lang="en-SG" smtClean="0"/>
              <a:t>‹#›</a:t>
            </a:fld>
            <a:endParaRPr lang="en-SG"/>
          </a:p>
        </p:txBody>
      </p:sp>
      <p:sp>
        <p:nvSpPr>
          <p:cNvPr id="9" name="Date Placeholder 4"/>
          <p:cNvSpPr txBox="1"/>
          <p:nvPr userDrawn="1"/>
        </p:nvSpPr>
        <p:spPr>
          <a:xfrm>
            <a:off x="4375064" y="6492872"/>
            <a:ext cx="3715991" cy="2668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sz="1000" kern="1200" baseline="0">
                <a:solidFill>
                  <a:srgbClr val="898989"/>
                </a:solidFill>
                <a:latin typeface="Arial" panose="020B0604020202020204" pitchFamily="34" charset="0"/>
                <a:ea typeface="+mn-ea"/>
                <a:cs typeface="+mn-cs"/>
              </a:rPr>
              <a:t>© 2024 National University of Singapore. All Rights Reserved</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18/10/relationships/comments" Target="../comments/modernComment_261_B6AE0703.xml"/><Relationship Id="rId7"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slides/_rels/slide13.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sadeaf.org.sg/" TargetMode="External"/><Relationship Id="rId2" Type="http://schemas.openxmlformats.org/officeDocument/2006/relationships/hyperlink" Target="https://www.who.int/news-room/fact-sheets/detail/deafness-and-hearing-loss" TargetMode="External"/><Relationship Id="rId1" Type="http://schemas.openxmlformats.org/officeDocument/2006/relationships/slideLayout" Target="../slideLayouts/slideLayout2.xml"/><Relationship Id="rId5" Type="http://schemas.openxmlformats.org/officeDocument/2006/relationships/hyperlink" Target="https://www.msf.gov.sg/" TargetMode="External"/><Relationship Id="rId4" Type="http://schemas.openxmlformats.org/officeDocument/2006/relationships/hyperlink" Target="https://www.worldbank.org/en/topic/disabil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8466" y="2121318"/>
            <a:ext cx="7411601" cy="858632"/>
          </a:xfrm>
        </p:spPr>
        <p:txBody>
          <a:bodyPr vert="horz" lIns="91440" tIns="45720" rIns="91440" bIns="45720" rtlCol="0" anchor="t">
            <a:noAutofit/>
          </a:bodyPr>
          <a:lstStyle/>
          <a:p>
            <a:r>
              <a:rPr lang="en-US" sz="4000">
                <a:latin typeface="Arial"/>
                <a:cs typeface="Arial"/>
              </a:rPr>
              <a:t>Final report of SIGNIFY</a:t>
            </a:r>
            <a:br>
              <a:rPr lang="en-US" sz="4000"/>
            </a:br>
            <a:endParaRPr lang="en-US" sz="4000"/>
          </a:p>
        </p:txBody>
      </p:sp>
      <p:sp>
        <p:nvSpPr>
          <p:cNvPr id="4" name="Slide Number Placeholder 3"/>
          <p:cNvSpPr>
            <a:spLocks noGrp="1"/>
          </p:cNvSpPr>
          <p:nvPr>
            <p:ph type="sldNum" sz="quarter" idx="4"/>
          </p:nvPr>
        </p:nvSpPr>
        <p:spPr/>
        <p:txBody>
          <a:bodyPr/>
          <a:lstStyle/>
          <a:p>
            <a:pPr algn="ctr"/>
            <a:r>
              <a:rPr lang="en-SG"/>
              <a:t>Page </a:t>
            </a:r>
            <a:fld id="{2F63C605-4FC6-46DE-BC90-871762EA3F52}" type="slidenum">
              <a:rPr lang="en-SG" smtClean="0"/>
              <a:t>1</a:t>
            </a:fld>
            <a:endParaRPr lang="en-SG"/>
          </a:p>
        </p:txBody>
      </p:sp>
      <p:sp>
        <p:nvSpPr>
          <p:cNvPr id="3" name="文本框 2">
            <a:extLst>
              <a:ext uri="{FF2B5EF4-FFF2-40B4-BE49-F238E27FC236}">
                <a16:creationId xmlns:a16="http://schemas.microsoft.com/office/drawing/2014/main" id="{F3CD1B25-37BE-C641-1936-8ADD017E4ABF}"/>
              </a:ext>
            </a:extLst>
          </p:cNvPr>
          <p:cNvSpPr txBox="1"/>
          <p:nvPr/>
        </p:nvSpPr>
        <p:spPr>
          <a:xfrm>
            <a:off x="805406" y="2802320"/>
            <a:ext cx="7143614" cy="584775"/>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altLang="zh-CN" sz="1600" b="1">
                <a:solidFill>
                  <a:schemeClr val="tx2">
                    <a:lumMod val="60000"/>
                    <a:lumOff val="40000"/>
                  </a:schemeClr>
                </a:solidFill>
                <a:latin typeface="Arial"/>
                <a:ea typeface="黑体"/>
                <a:cs typeface="Arial"/>
              </a:rPr>
              <a:t>Signify: </a:t>
            </a:r>
          </a:p>
          <a:p>
            <a:pPr algn="r"/>
            <a:r>
              <a:rPr lang="en-US" altLang="zh-CN" sz="1600" b="1">
                <a:solidFill>
                  <a:schemeClr val="tx2">
                    <a:lumMod val="60000"/>
                    <a:lumOff val="40000"/>
                  </a:schemeClr>
                </a:solidFill>
                <a:latin typeface="Arial"/>
                <a:ea typeface="黑体"/>
                <a:cs typeface="Arial"/>
              </a:rPr>
              <a:t>Bridging Gaps with Sign Language</a:t>
            </a:r>
            <a:endParaRPr lang="zh-CN" sz="1400">
              <a:solidFill>
                <a:schemeClr val="tx2">
                  <a:lumMod val="60000"/>
                  <a:lumOff val="40000"/>
                </a:schemeClr>
              </a:solidFill>
            </a:endParaRPr>
          </a:p>
        </p:txBody>
      </p:sp>
      <p:cxnSp>
        <p:nvCxnSpPr>
          <p:cNvPr id="6" name="直接连接符 5">
            <a:extLst>
              <a:ext uri="{FF2B5EF4-FFF2-40B4-BE49-F238E27FC236}">
                <a16:creationId xmlns:a16="http://schemas.microsoft.com/office/drawing/2014/main" id="{27FACE86-7800-F55F-3340-5AFACDF7B6C2}"/>
              </a:ext>
            </a:extLst>
          </p:cNvPr>
          <p:cNvCxnSpPr>
            <a:cxnSpLocks/>
          </p:cNvCxnSpPr>
          <p:nvPr/>
        </p:nvCxnSpPr>
        <p:spPr>
          <a:xfrm>
            <a:off x="1491511" y="2778937"/>
            <a:ext cx="7131281"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645E789B-B989-464F-5705-0692F311E546}"/>
              </a:ext>
            </a:extLst>
          </p:cNvPr>
          <p:cNvSpPr txBox="1"/>
          <p:nvPr/>
        </p:nvSpPr>
        <p:spPr>
          <a:xfrm>
            <a:off x="4408467" y="4655849"/>
            <a:ext cx="3540553" cy="707886"/>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altLang="zh-CN" sz="2000" b="1">
                <a:solidFill>
                  <a:srgbClr val="004282"/>
                </a:solidFill>
                <a:latin typeface="Arial"/>
                <a:ea typeface="黑体"/>
                <a:cs typeface="Arial"/>
              </a:rPr>
              <a:t>Group Number: 5</a:t>
            </a:r>
            <a:endParaRPr lang="zh-CN" altLang="en-US"/>
          </a:p>
          <a:p>
            <a:r>
              <a:rPr lang="en-US" altLang="zh-CN" sz="2000" b="1">
                <a:solidFill>
                  <a:srgbClr val="004282"/>
                </a:solidFill>
                <a:latin typeface="Arial"/>
                <a:ea typeface="黑体"/>
                <a:cs typeface="Arial"/>
              </a:rPr>
              <a:t>Team Name: Code</a:t>
            </a:r>
            <a:r>
              <a:rPr lang="zh-CN" altLang="en-US" sz="2000" b="1">
                <a:solidFill>
                  <a:srgbClr val="004282"/>
                </a:solidFill>
                <a:latin typeface="Arial"/>
                <a:ea typeface="黑体"/>
                <a:cs typeface="Arial"/>
              </a:rPr>
              <a:t> </a:t>
            </a:r>
            <a:r>
              <a:rPr lang="en-US" altLang="zh-CN" sz="2000" b="1">
                <a:solidFill>
                  <a:srgbClr val="004282"/>
                </a:solidFill>
                <a:latin typeface="Arial"/>
                <a:ea typeface="黑体"/>
                <a:cs typeface="Arial"/>
              </a:rPr>
              <a:t>All Night</a:t>
            </a:r>
            <a:endParaRPr lang="zh-CN">
              <a:ea typeface="黑体"/>
              <a:cs typeface="Arial"/>
            </a:endParaRPr>
          </a:p>
        </p:txBody>
      </p:sp>
      <p:cxnSp>
        <p:nvCxnSpPr>
          <p:cNvPr id="10" name="直接连接符 9">
            <a:extLst>
              <a:ext uri="{FF2B5EF4-FFF2-40B4-BE49-F238E27FC236}">
                <a16:creationId xmlns:a16="http://schemas.microsoft.com/office/drawing/2014/main" id="{64DA8C4D-F373-033D-85D1-203EF0D8557C}"/>
              </a:ext>
            </a:extLst>
          </p:cNvPr>
          <p:cNvCxnSpPr/>
          <p:nvPr/>
        </p:nvCxnSpPr>
        <p:spPr>
          <a:xfrm>
            <a:off x="4506092" y="5424666"/>
            <a:ext cx="3340188"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612B7302-F084-00DC-323C-13868A7EDF55}"/>
              </a:ext>
            </a:extLst>
          </p:cNvPr>
          <p:cNvSpPr txBox="1"/>
          <p:nvPr/>
        </p:nvSpPr>
        <p:spPr>
          <a:xfrm>
            <a:off x="5975253" y="5416971"/>
            <a:ext cx="2254348" cy="26161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1100" b="1">
                <a:solidFill>
                  <a:schemeClr val="tx2">
                    <a:lumMod val="60000"/>
                    <a:lumOff val="40000"/>
                  </a:schemeClr>
                </a:solidFill>
                <a:latin typeface="Arial"/>
                <a:ea typeface="黑体"/>
                <a:cs typeface="Arial"/>
              </a:rPr>
              <a:t>Rain all day, code all night</a:t>
            </a:r>
            <a:endParaRPr lang="zh-CN" sz="1050" b="1">
              <a:solidFill>
                <a:schemeClr val="tx2">
                  <a:lumMod val="60000"/>
                  <a:lumOff val="4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CA148B-4E1D-4655-3914-BF0BC6CFEF94}"/>
              </a:ext>
            </a:extLst>
          </p:cNvPr>
          <p:cNvSpPr>
            <a:spLocks noGrp="1"/>
          </p:cNvSpPr>
          <p:nvPr>
            <p:ph type="title"/>
          </p:nvPr>
        </p:nvSpPr>
        <p:spPr/>
        <p:txBody>
          <a:bodyPr/>
          <a:lstStyle/>
          <a:p>
            <a:r>
              <a:rPr lang="en-US" altLang="zh-CN"/>
              <a:t>TEAM MEMBER</a:t>
            </a:r>
            <a:endParaRPr lang="zh-CN" altLang="en-US"/>
          </a:p>
        </p:txBody>
      </p:sp>
      <p:sp>
        <p:nvSpPr>
          <p:cNvPr id="3" name="文本占位符 2">
            <a:extLst>
              <a:ext uri="{FF2B5EF4-FFF2-40B4-BE49-F238E27FC236}">
                <a16:creationId xmlns:a16="http://schemas.microsoft.com/office/drawing/2014/main" id="{A937BD59-EC3A-1567-CDD7-9E86FEE32426}"/>
              </a:ext>
            </a:extLst>
          </p:cNvPr>
          <p:cNvSpPr>
            <a:spLocks noGrp="1"/>
          </p:cNvSpPr>
          <p:nvPr>
            <p:ph type="body" sz="quarter" idx="13"/>
          </p:nvPr>
        </p:nvSpPr>
        <p:spPr>
          <a:xfrm>
            <a:off x="628650" y="1451950"/>
            <a:ext cx="7886700" cy="4143375"/>
          </a:xfrm>
        </p:spPr>
        <p:txBody>
          <a:bodyPr>
            <a:normAutofit lnSpcReduction="10000"/>
          </a:bodyPr>
          <a:lstStyle/>
          <a:p>
            <a:pPr>
              <a:lnSpc>
                <a:spcPct val="150000"/>
              </a:lnSpc>
            </a:pPr>
            <a:r>
              <a:rPr lang="en-US" altLang="zh-CN">
                <a:solidFill>
                  <a:srgbClr val="173F7E"/>
                </a:solidFill>
              </a:rPr>
              <a:t>Gong </a:t>
            </a:r>
            <a:r>
              <a:rPr lang="en-US" altLang="zh-CN" err="1">
                <a:solidFill>
                  <a:srgbClr val="173F7E"/>
                </a:solidFill>
              </a:rPr>
              <a:t>Xinyu</a:t>
            </a:r>
            <a:r>
              <a:rPr lang="en-US" altLang="zh-CN">
                <a:solidFill>
                  <a:srgbClr val="173F7E"/>
                </a:solidFill>
              </a:rPr>
              <a:t>			A0295988W</a:t>
            </a:r>
          </a:p>
          <a:p>
            <a:pPr>
              <a:lnSpc>
                <a:spcPct val="150000"/>
              </a:lnSpc>
            </a:pPr>
            <a:r>
              <a:rPr lang="en-US" altLang="zh-CN">
                <a:solidFill>
                  <a:srgbClr val="173F7E"/>
                </a:solidFill>
              </a:rPr>
              <a:t>Liu </a:t>
            </a:r>
            <a:r>
              <a:rPr lang="en-US" altLang="zh-CN" err="1">
                <a:solidFill>
                  <a:srgbClr val="173F7E"/>
                </a:solidFill>
              </a:rPr>
              <a:t>Peilin</a:t>
            </a:r>
            <a:r>
              <a:rPr lang="en-US" altLang="zh-CN">
                <a:solidFill>
                  <a:srgbClr val="173F7E"/>
                </a:solidFill>
              </a:rPr>
              <a:t>  			A0291951X</a:t>
            </a:r>
          </a:p>
          <a:p>
            <a:pPr>
              <a:lnSpc>
                <a:spcPct val="150000"/>
              </a:lnSpc>
            </a:pPr>
            <a:r>
              <a:rPr lang="en-US" altLang="zh-CN">
                <a:solidFill>
                  <a:srgbClr val="173F7E"/>
                </a:solidFill>
              </a:rPr>
              <a:t>Su Chang  			A0296250A</a:t>
            </a:r>
          </a:p>
          <a:p>
            <a:pPr>
              <a:lnSpc>
                <a:spcPct val="150000"/>
              </a:lnSpc>
            </a:pPr>
            <a:r>
              <a:rPr lang="en-US" altLang="zh-CN">
                <a:solidFill>
                  <a:srgbClr val="173F7E"/>
                </a:solidFill>
              </a:rPr>
              <a:t>Wang </a:t>
            </a:r>
            <a:r>
              <a:rPr lang="en-US" altLang="zh-CN" err="1">
                <a:solidFill>
                  <a:srgbClr val="173F7E"/>
                </a:solidFill>
              </a:rPr>
              <a:t>Xinji</a:t>
            </a:r>
            <a:r>
              <a:rPr lang="en-US" altLang="zh-CN">
                <a:solidFill>
                  <a:srgbClr val="173F7E"/>
                </a:solidFill>
              </a:rPr>
              <a:t>  			A0265810H</a:t>
            </a:r>
          </a:p>
          <a:p>
            <a:pPr>
              <a:lnSpc>
                <a:spcPct val="150000"/>
              </a:lnSpc>
            </a:pPr>
            <a:r>
              <a:rPr lang="en-US" altLang="zh-CN">
                <a:solidFill>
                  <a:srgbClr val="173F7E"/>
                </a:solidFill>
              </a:rPr>
              <a:t>Zhang Wenqing  		A0296886Y</a:t>
            </a:r>
          </a:p>
          <a:p>
            <a:pPr marL="0" indent="0">
              <a:lnSpc>
                <a:spcPct val="150000"/>
              </a:lnSpc>
              <a:buNone/>
            </a:pPr>
            <a:r>
              <a:rPr lang="en-US" altLang="zh-CN" sz="1100">
                <a:solidFill>
                  <a:schemeClr val="bg1">
                    <a:lumMod val="50000"/>
                  </a:schemeClr>
                </a:solidFill>
              </a:rPr>
              <a:t>Note: The list is sorted alphabetically by the first letter of the participants' names.</a:t>
            </a:r>
            <a:endParaRPr lang="zh-CN" altLang="en-US" sz="1100">
              <a:solidFill>
                <a:schemeClr val="bg1">
                  <a:lumMod val="50000"/>
                </a:schemeClr>
              </a:solidFill>
            </a:endParaRPr>
          </a:p>
        </p:txBody>
      </p:sp>
      <p:sp>
        <p:nvSpPr>
          <p:cNvPr id="4" name="灯片编号占位符 3">
            <a:extLst>
              <a:ext uri="{FF2B5EF4-FFF2-40B4-BE49-F238E27FC236}">
                <a16:creationId xmlns:a16="http://schemas.microsoft.com/office/drawing/2014/main" id="{2886DD9F-E513-5AE7-5AD1-91B4F2290571}"/>
              </a:ext>
            </a:extLst>
          </p:cNvPr>
          <p:cNvSpPr>
            <a:spLocks noGrp="1"/>
          </p:cNvSpPr>
          <p:nvPr>
            <p:ph type="sldNum" sz="quarter" idx="4"/>
          </p:nvPr>
        </p:nvSpPr>
        <p:spPr/>
        <p:txBody>
          <a:bodyPr/>
          <a:lstStyle/>
          <a:p>
            <a:pPr algn="ctr"/>
            <a:r>
              <a:rPr lang="en-SG"/>
              <a:t>Page </a:t>
            </a:r>
            <a:fld id="{2F63C605-4FC6-46DE-BC90-871762EA3F52}" type="slidenum">
              <a:rPr lang="en-SG" smtClean="0"/>
              <a:t>2</a:t>
            </a:fld>
            <a:endParaRPr lang="en-SG"/>
          </a:p>
        </p:txBody>
      </p:sp>
    </p:spTree>
    <p:extLst>
      <p:ext uri="{BB962C8B-B14F-4D97-AF65-F5344CB8AC3E}">
        <p14:creationId xmlns:p14="http://schemas.microsoft.com/office/powerpoint/2010/main" val="3322160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16871"/>
            <a:ext cx="6600413" cy="545561"/>
          </a:xfrm>
        </p:spPr>
        <p:txBody>
          <a:bodyPr>
            <a:normAutofit/>
          </a:bodyPr>
          <a:lstStyle/>
          <a:p>
            <a:r>
              <a:rPr lang="en-US" altLang="en-SG"/>
              <a:t>Contents</a:t>
            </a:r>
          </a:p>
        </p:txBody>
      </p:sp>
      <p:sp>
        <p:nvSpPr>
          <p:cNvPr id="4" name="Slide Number Placeholder 3"/>
          <p:cNvSpPr>
            <a:spLocks noGrp="1"/>
          </p:cNvSpPr>
          <p:nvPr>
            <p:ph type="sldNum" sz="quarter" idx="4"/>
          </p:nvPr>
        </p:nvSpPr>
        <p:spPr/>
        <p:txBody>
          <a:bodyPr/>
          <a:lstStyle/>
          <a:p>
            <a:pPr algn="ctr"/>
            <a:r>
              <a:rPr lang="en-SG"/>
              <a:t>Page </a:t>
            </a:r>
            <a:fld id="{2F63C605-4FC6-46DE-BC90-871762EA3F52}" type="slidenum">
              <a:rPr lang="en-SG" smtClean="0"/>
              <a:t>3</a:t>
            </a:fld>
            <a:endParaRPr lang="en-SG"/>
          </a:p>
        </p:txBody>
      </p:sp>
      <p:sp>
        <p:nvSpPr>
          <p:cNvPr id="8" name="矩形: 圆角 7">
            <a:extLst>
              <a:ext uri="{FF2B5EF4-FFF2-40B4-BE49-F238E27FC236}">
                <a16:creationId xmlns:a16="http://schemas.microsoft.com/office/drawing/2014/main" id="{72B312B5-2A20-564D-9589-65CACA4AD2A6}"/>
              </a:ext>
            </a:extLst>
          </p:cNvPr>
          <p:cNvSpPr/>
          <p:nvPr/>
        </p:nvSpPr>
        <p:spPr>
          <a:xfrm>
            <a:off x="1254538" y="1203780"/>
            <a:ext cx="7321689" cy="4653448"/>
          </a:xfrm>
          <a:prstGeom prst="roundRect">
            <a:avLst/>
          </a:prstGeom>
          <a:noFill/>
          <a:ln w="28575">
            <a:solidFill>
              <a:srgbClr val="0042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highlight>
                <a:srgbClr val="FFFF00"/>
              </a:highlight>
            </a:endParaRPr>
          </a:p>
        </p:txBody>
      </p:sp>
      <p:sp>
        <p:nvSpPr>
          <p:cNvPr id="11" name="矩形: 圆角 10">
            <a:extLst>
              <a:ext uri="{FF2B5EF4-FFF2-40B4-BE49-F238E27FC236}">
                <a16:creationId xmlns:a16="http://schemas.microsoft.com/office/drawing/2014/main" id="{271BDF94-36E1-EABB-B4D4-E8643C708123}"/>
              </a:ext>
            </a:extLst>
          </p:cNvPr>
          <p:cNvSpPr/>
          <p:nvPr/>
        </p:nvSpPr>
        <p:spPr>
          <a:xfrm>
            <a:off x="1093410" y="1082934"/>
            <a:ext cx="7623803" cy="4915280"/>
          </a:xfrm>
          <a:prstGeom prst="roundRect">
            <a:avLst/>
          </a:prstGeom>
          <a:noFill/>
          <a:ln w="28575">
            <a:solidFill>
              <a:srgbClr val="82AEC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highlight>
                <a:srgbClr val="FFFF00"/>
              </a:highlight>
            </a:endParaRPr>
          </a:p>
        </p:txBody>
      </p:sp>
      <p:sp>
        <p:nvSpPr>
          <p:cNvPr id="9" name="矩形: 圆角 8">
            <a:extLst>
              <a:ext uri="{FF2B5EF4-FFF2-40B4-BE49-F238E27FC236}">
                <a16:creationId xmlns:a16="http://schemas.microsoft.com/office/drawing/2014/main" id="{0C75C513-8903-4223-389F-09F7A13AB179}"/>
              </a:ext>
            </a:extLst>
          </p:cNvPr>
          <p:cNvSpPr/>
          <p:nvPr/>
        </p:nvSpPr>
        <p:spPr>
          <a:xfrm>
            <a:off x="336293" y="2968726"/>
            <a:ext cx="1841780" cy="1111756"/>
          </a:xfrm>
          <a:prstGeom prst="roundRect">
            <a:avLst/>
          </a:prstGeom>
          <a:solidFill>
            <a:schemeClr val="bg1"/>
          </a:solidFill>
          <a:ln w="28575">
            <a:solidFill>
              <a:srgbClr val="0042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cap="all">
                <a:solidFill>
                  <a:srgbClr val="173F7E"/>
                </a:solidFill>
                <a:ea typeface="+mn-lt"/>
                <a:cs typeface="Arial"/>
              </a:rPr>
              <a:t>Proposal</a:t>
            </a:r>
            <a:endParaRPr lang="zh-CN"/>
          </a:p>
        </p:txBody>
      </p:sp>
      <p:sp>
        <p:nvSpPr>
          <p:cNvPr id="12" name="矩形: 圆角 11">
            <a:extLst>
              <a:ext uri="{FF2B5EF4-FFF2-40B4-BE49-F238E27FC236}">
                <a16:creationId xmlns:a16="http://schemas.microsoft.com/office/drawing/2014/main" id="{6794D13D-D381-53B1-2E9B-843EC88FB798}"/>
              </a:ext>
            </a:extLst>
          </p:cNvPr>
          <p:cNvSpPr/>
          <p:nvPr/>
        </p:nvSpPr>
        <p:spPr>
          <a:xfrm>
            <a:off x="2444660" y="1536024"/>
            <a:ext cx="578380" cy="414794"/>
          </a:xfrm>
          <a:prstGeom prst="roundRect">
            <a:avLst/>
          </a:prstGeom>
          <a:solidFill>
            <a:srgbClr val="0042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ea typeface="黑体"/>
                <a:cs typeface="Arial"/>
              </a:rPr>
              <a:t>1</a:t>
            </a:r>
            <a:endParaRPr lang="zh-CN">
              <a:solidFill>
                <a:schemeClr val="bg1"/>
              </a:solidFill>
            </a:endParaRPr>
          </a:p>
        </p:txBody>
      </p:sp>
      <p:sp>
        <p:nvSpPr>
          <p:cNvPr id="13" name="矩形: 圆角 12">
            <a:extLst>
              <a:ext uri="{FF2B5EF4-FFF2-40B4-BE49-F238E27FC236}">
                <a16:creationId xmlns:a16="http://schemas.microsoft.com/office/drawing/2014/main" id="{849E3469-8A28-B71D-06B5-B934D5DDC71B}"/>
              </a:ext>
            </a:extLst>
          </p:cNvPr>
          <p:cNvSpPr/>
          <p:nvPr/>
        </p:nvSpPr>
        <p:spPr>
          <a:xfrm>
            <a:off x="3412930" y="1513243"/>
            <a:ext cx="4727418" cy="414794"/>
          </a:xfrm>
          <a:prstGeom prst="roundRect">
            <a:avLst/>
          </a:prstGeom>
          <a:solidFill>
            <a:srgbClr val="00428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sz="2000" b="1">
                <a:solidFill>
                  <a:schemeClr val="bg1"/>
                </a:solidFill>
                <a:ea typeface="黑体"/>
                <a:cs typeface="Arial"/>
              </a:rPr>
              <a:t>Introduction</a:t>
            </a:r>
            <a:endParaRPr lang="zh-CN">
              <a:solidFill>
                <a:schemeClr val="bg1"/>
              </a:solidFill>
            </a:endParaRPr>
          </a:p>
        </p:txBody>
      </p:sp>
      <p:sp>
        <p:nvSpPr>
          <p:cNvPr id="19" name="矩形: 圆角 18">
            <a:extLst>
              <a:ext uri="{FF2B5EF4-FFF2-40B4-BE49-F238E27FC236}">
                <a16:creationId xmlns:a16="http://schemas.microsoft.com/office/drawing/2014/main" id="{7A1C66C0-6840-5D6D-191A-D878F4F2577F}"/>
              </a:ext>
            </a:extLst>
          </p:cNvPr>
          <p:cNvSpPr/>
          <p:nvPr/>
        </p:nvSpPr>
        <p:spPr>
          <a:xfrm>
            <a:off x="2440736" y="2128920"/>
            <a:ext cx="578380" cy="414794"/>
          </a:xfrm>
          <a:prstGeom prst="roundRect">
            <a:avLst/>
          </a:prstGeom>
          <a:solidFill>
            <a:srgbClr val="00428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CN">
                <a:solidFill>
                  <a:schemeClr val="bg1"/>
                </a:solidFill>
                <a:ea typeface="黑体"/>
                <a:cs typeface="Arial"/>
              </a:rPr>
              <a:t>2</a:t>
            </a:r>
            <a:endParaRPr lang="zh-CN"/>
          </a:p>
        </p:txBody>
      </p:sp>
      <p:sp>
        <p:nvSpPr>
          <p:cNvPr id="20" name="矩形: 圆角 19">
            <a:extLst>
              <a:ext uri="{FF2B5EF4-FFF2-40B4-BE49-F238E27FC236}">
                <a16:creationId xmlns:a16="http://schemas.microsoft.com/office/drawing/2014/main" id="{0123EACE-D572-F935-541A-A400FC4D3439}"/>
              </a:ext>
            </a:extLst>
          </p:cNvPr>
          <p:cNvSpPr/>
          <p:nvPr/>
        </p:nvSpPr>
        <p:spPr>
          <a:xfrm>
            <a:off x="3418711" y="2716952"/>
            <a:ext cx="4727418" cy="414794"/>
          </a:xfrm>
          <a:prstGeom prst="roundRect">
            <a:avLst/>
          </a:prstGeom>
          <a:solidFill>
            <a:srgbClr val="00428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a:ln>
                  <a:noFill/>
                </a:ln>
                <a:solidFill>
                  <a:prstClr val="white"/>
                </a:solidFill>
                <a:effectLst/>
                <a:uLnTx/>
                <a:uFillTx/>
                <a:latin typeface="Arial"/>
                <a:ea typeface="黑体"/>
                <a:cs typeface="Arial"/>
              </a:rPr>
              <a:t>Project Overview</a:t>
            </a:r>
            <a:endParaRPr kumimoji="0" lang="zh-CN" altLang="en-US" sz="2000" b="1" i="0" u="none" strike="noStrike" kern="1200" cap="none" spc="0" normalizeH="0" baseline="0" noProof="0">
              <a:ln>
                <a:noFill/>
              </a:ln>
              <a:solidFill>
                <a:prstClr val="white"/>
              </a:solidFill>
              <a:effectLst/>
              <a:uLnTx/>
              <a:uFillTx/>
              <a:latin typeface="Arial"/>
              <a:ea typeface="黑体"/>
              <a:cs typeface="Arial"/>
            </a:endParaRPr>
          </a:p>
        </p:txBody>
      </p:sp>
      <p:sp>
        <p:nvSpPr>
          <p:cNvPr id="21" name="矩形: 圆角 20">
            <a:extLst>
              <a:ext uri="{FF2B5EF4-FFF2-40B4-BE49-F238E27FC236}">
                <a16:creationId xmlns:a16="http://schemas.microsoft.com/office/drawing/2014/main" id="{D4E09E4A-5368-1161-D2F8-55659C6C7850}"/>
              </a:ext>
            </a:extLst>
          </p:cNvPr>
          <p:cNvSpPr/>
          <p:nvPr/>
        </p:nvSpPr>
        <p:spPr>
          <a:xfrm>
            <a:off x="2440736" y="2716952"/>
            <a:ext cx="578380" cy="414794"/>
          </a:xfrm>
          <a:prstGeom prst="roundRect">
            <a:avLst/>
          </a:prstGeom>
          <a:solidFill>
            <a:srgbClr val="00428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CN">
                <a:solidFill>
                  <a:schemeClr val="bg1"/>
                </a:solidFill>
                <a:ea typeface="黑体"/>
                <a:cs typeface="Arial"/>
              </a:rPr>
              <a:t>3</a:t>
            </a:r>
            <a:endParaRPr lang="zh-CN"/>
          </a:p>
        </p:txBody>
      </p:sp>
      <p:sp>
        <p:nvSpPr>
          <p:cNvPr id="22" name="矩形: 圆角 21">
            <a:extLst>
              <a:ext uri="{FF2B5EF4-FFF2-40B4-BE49-F238E27FC236}">
                <a16:creationId xmlns:a16="http://schemas.microsoft.com/office/drawing/2014/main" id="{AE8C5E04-21A4-7BBD-CB14-A6AA75608A24}"/>
              </a:ext>
            </a:extLst>
          </p:cNvPr>
          <p:cNvSpPr/>
          <p:nvPr/>
        </p:nvSpPr>
        <p:spPr>
          <a:xfrm>
            <a:off x="3430315" y="3320055"/>
            <a:ext cx="4727418" cy="414794"/>
          </a:xfrm>
          <a:prstGeom prst="roundRect">
            <a:avLst/>
          </a:prstGeom>
          <a:solidFill>
            <a:srgbClr val="00428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CN" sz="2000" b="1">
                <a:solidFill>
                  <a:schemeClr val="bg1"/>
                </a:solidFill>
                <a:ea typeface="黑体"/>
                <a:cs typeface="Arial"/>
              </a:rPr>
              <a:t>Product Design</a:t>
            </a:r>
            <a:endParaRPr lang="zh-CN">
              <a:solidFill>
                <a:schemeClr val="bg1"/>
              </a:solidFill>
              <a:ea typeface="黑体"/>
              <a:cs typeface="Arial"/>
            </a:endParaRPr>
          </a:p>
        </p:txBody>
      </p:sp>
      <p:sp>
        <p:nvSpPr>
          <p:cNvPr id="23" name="矩形: 圆角 22">
            <a:extLst>
              <a:ext uri="{FF2B5EF4-FFF2-40B4-BE49-F238E27FC236}">
                <a16:creationId xmlns:a16="http://schemas.microsoft.com/office/drawing/2014/main" id="{F501E8B5-34AA-2A83-AA20-4CAACDD92BF6}"/>
              </a:ext>
            </a:extLst>
          </p:cNvPr>
          <p:cNvSpPr/>
          <p:nvPr/>
        </p:nvSpPr>
        <p:spPr>
          <a:xfrm>
            <a:off x="2452340" y="3320055"/>
            <a:ext cx="578380" cy="414794"/>
          </a:xfrm>
          <a:prstGeom prst="roundRect">
            <a:avLst/>
          </a:prstGeom>
          <a:solidFill>
            <a:srgbClr val="00428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CN">
                <a:solidFill>
                  <a:schemeClr val="bg1"/>
                </a:solidFill>
                <a:ea typeface="黑体"/>
                <a:cs typeface="Arial"/>
              </a:rPr>
              <a:t>4</a:t>
            </a:r>
            <a:endParaRPr lang="zh-CN"/>
          </a:p>
        </p:txBody>
      </p:sp>
      <p:sp>
        <p:nvSpPr>
          <p:cNvPr id="24" name="矩形: 圆角 23">
            <a:extLst>
              <a:ext uri="{FF2B5EF4-FFF2-40B4-BE49-F238E27FC236}">
                <a16:creationId xmlns:a16="http://schemas.microsoft.com/office/drawing/2014/main" id="{FD384F3E-0F26-5E66-6036-5DB06E71157E}"/>
              </a:ext>
            </a:extLst>
          </p:cNvPr>
          <p:cNvSpPr/>
          <p:nvPr/>
        </p:nvSpPr>
        <p:spPr>
          <a:xfrm>
            <a:off x="3417573" y="2130611"/>
            <a:ext cx="4727418" cy="414794"/>
          </a:xfrm>
          <a:prstGeom prst="roundRect">
            <a:avLst/>
          </a:prstGeom>
          <a:solidFill>
            <a:srgbClr val="00428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CN" sz="2000" b="1">
                <a:solidFill>
                  <a:schemeClr val="bg1"/>
                </a:solidFill>
                <a:ea typeface="黑体"/>
                <a:cs typeface="Arial"/>
              </a:rPr>
              <a:t>Business Case</a:t>
            </a:r>
            <a:endParaRPr lang="zh-CN" altLang="en-US" sz="2000" b="1">
              <a:solidFill>
                <a:schemeClr val="bg1"/>
              </a:solidFill>
              <a:ea typeface="黑体"/>
              <a:cs typeface="Arial"/>
            </a:endParaRPr>
          </a:p>
        </p:txBody>
      </p:sp>
      <p:sp>
        <p:nvSpPr>
          <p:cNvPr id="25" name="矩形: 圆角 24">
            <a:extLst>
              <a:ext uri="{FF2B5EF4-FFF2-40B4-BE49-F238E27FC236}">
                <a16:creationId xmlns:a16="http://schemas.microsoft.com/office/drawing/2014/main" id="{81164173-EAB6-870F-FA36-F7F312E99021}"/>
              </a:ext>
            </a:extLst>
          </p:cNvPr>
          <p:cNvSpPr/>
          <p:nvPr/>
        </p:nvSpPr>
        <p:spPr>
          <a:xfrm>
            <a:off x="2440736" y="3920661"/>
            <a:ext cx="578380" cy="414794"/>
          </a:xfrm>
          <a:prstGeom prst="roundRect">
            <a:avLst/>
          </a:prstGeom>
          <a:solidFill>
            <a:srgbClr val="00428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CN">
                <a:solidFill>
                  <a:schemeClr val="bg1"/>
                </a:solidFill>
                <a:ea typeface="黑体"/>
                <a:cs typeface="Arial"/>
              </a:rPr>
              <a:t>5</a:t>
            </a:r>
            <a:endParaRPr lang="zh-CN"/>
          </a:p>
        </p:txBody>
      </p:sp>
      <p:sp>
        <p:nvSpPr>
          <p:cNvPr id="26" name="矩形: 圆角 25">
            <a:extLst>
              <a:ext uri="{FF2B5EF4-FFF2-40B4-BE49-F238E27FC236}">
                <a16:creationId xmlns:a16="http://schemas.microsoft.com/office/drawing/2014/main" id="{12E5B7D0-A864-40A2-59E7-C5A37AA12222}"/>
              </a:ext>
            </a:extLst>
          </p:cNvPr>
          <p:cNvSpPr/>
          <p:nvPr/>
        </p:nvSpPr>
        <p:spPr>
          <a:xfrm>
            <a:off x="3453481" y="3920661"/>
            <a:ext cx="4727418" cy="414794"/>
          </a:xfrm>
          <a:prstGeom prst="roundRect">
            <a:avLst/>
          </a:prstGeom>
          <a:solidFill>
            <a:srgbClr val="00428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chemeClr val="bg1"/>
                </a:solidFill>
                <a:ea typeface="黑体"/>
                <a:cs typeface="Arial"/>
              </a:rPr>
              <a:t>System Modelling</a:t>
            </a:r>
            <a:endParaRPr lang="zh-CN"/>
          </a:p>
        </p:txBody>
      </p:sp>
      <p:sp>
        <p:nvSpPr>
          <p:cNvPr id="3" name="矩形: 圆角 2">
            <a:extLst>
              <a:ext uri="{FF2B5EF4-FFF2-40B4-BE49-F238E27FC236}">
                <a16:creationId xmlns:a16="http://schemas.microsoft.com/office/drawing/2014/main" id="{A3B71249-C28C-5212-2431-087BF099A67D}"/>
              </a:ext>
            </a:extLst>
          </p:cNvPr>
          <p:cNvSpPr/>
          <p:nvPr/>
        </p:nvSpPr>
        <p:spPr>
          <a:xfrm>
            <a:off x="2452340" y="4534442"/>
            <a:ext cx="578380" cy="414794"/>
          </a:xfrm>
          <a:prstGeom prst="roundRect">
            <a:avLst/>
          </a:prstGeom>
          <a:solidFill>
            <a:srgbClr val="00428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CN">
                <a:solidFill>
                  <a:schemeClr val="bg1"/>
                </a:solidFill>
                <a:ea typeface="黑体"/>
                <a:cs typeface="Arial"/>
              </a:rPr>
              <a:t>6</a:t>
            </a:r>
            <a:endParaRPr lang="zh-CN"/>
          </a:p>
        </p:txBody>
      </p:sp>
      <p:sp>
        <p:nvSpPr>
          <p:cNvPr id="5" name="矩形: 圆角 4">
            <a:extLst>
              <a:ext uri="{FF2B5EF4-FFF2-40B4-BE49-F238E27FC236}">
                <a16:creationId xmlns:a16="http://schemas.microsoft.com/office/drawing/2014/main" id="{8B38CDEF-674C-D727-AA98-0CA834CDE63D}"/>
              </a:ext>
            </a:extLst>
          </p:cNvPr>
          <p:cNvSpPr/>
          <p:nvPr/>
        </p:nvSpPr>
        <p:spPr>
          <a:xfrm>
            <a:off x="3465085" y="4534442"/>
            <a:ext cx="4727418" cy="414794"/>
          </a:xfrm>
          <a:prstGeom prst="roundRect">
            <a:avLst/>
          </a:prstGeom>
          <a:solidFill>
            <a:srgbClr val="00428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bg1"/>
                </a:solidFill>
                <a:ea typeface="黑体"/>
                <a:cs typeface="Arial"/>
              </a:rPr>
              <a:t>System Development &amp; Implementation</a:t>
            </a:r>
            <a:endParaRPr lang="zh-CN" sz="1600"/>
          </a:p>
        </p:txBody>
      </p:sp>
      <p:sp>
        <p:nvSpPr>
          <p:cNvPr id="6" name="矩形: 圆角 5">
            <a:extLst>
              <a:ext uri="{FF2B5EF4-FFF2-40B4-BE49-F238E27FC236}">
                <a16:creationId xmlns:a16="http://schemas.microsoft.com/office/drawing/2014/main" id="{4E6111EE-BADE-0A01-8F54-BB09C469EF50}"/>
              </a:ext>
            </a:extLst>
          </p:cNvPr>
          <p:cNvSpPr/>
          <p:nvPr/>
        </p:nvSpPr>
        <p:spPr>
          <a:xfrm>
            <a:off x="2449330" y="5135048"/>
            <a:ext cx="578380" cy="414794"/>
          </a:xfrm>
          <a:prstGeom prst="roundRect">
            <a:avLst/>
          </a:prstGeom>
          <a:solidFill>
            <a:srgbClr val="00428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CN">
                <a:solidFill>
                  <a:schemeClr val="bg1"/>
                </a:solidFill>
                <a:ea typeface="黑体"/>
                <a:cs typeface="Arial"/>
              </a:rPr>
              <a:t>7</a:t>
            </a:r>
            <a:endParaRPr lang="zh-CN"/>
          </a:p>
        </p:txBody>
      </p:sp>
      <p:sp>
        <p:nvSpPr>
          <p:cNvPr id="7" name="矩形: 圆角 6">
            <a:extLst>
              <a:ext uri="{FF2B5EF4-FFF2-40B4-BE49-F238E27FC236}">
                <a16:creationId xmlns:a16="http://schemas.microsoft.com/office/drawing/2014/main" id="{33957DCB-3DA9-8F83-065A-A4133E019217}"/>
              </a:ext>
            </a:extLst>
          </p:cNvPr>
          <p:cNvSpPr/>
          <p:nvPr/>
        </p:nvSpPr>
        <p:spPr>
          <a:xfrm>
            <a:off x="3462075" y="5135048"/>
            <a:ext cx="4727418" cy="414794"/>
          </a:xfrm>
          <a:prstGeom prst="roundRect">
            <a:avLst/>
          </a:prstGeom>
          <a:solidFill>
            <a:srgbClr val="00428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bg1"/>
                </a:solidFill>
                <a:ea typeface="黑体"/>
                <a:cs typeface="Arial"/>
              </a:rPr>
              <a:t>Conclusion</a:t>
            </a:r>
            <a:endParaRPr lang="zh-CN"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a:solidFill>
                  <a:schemeClr val="tx1">
                    <a:lumMod val="75000"/>
                    <a:lumOff val="25000"/>
                  </a:schemeClr>
                </a:solidFill>
                <a:sym typeface="+mn-ea"/>
              </a:rPr>
              <a:t>1 </a:t>
            </a:r>
            <a:r>
              <a:rPr lang="zh-CN" altLang="en-US">
                <a:solidFill>
                  <a:schemeClr val="tx1">
                    <a:lumMod val="75000"/>
                    <a:lumOff val="25000"/>
                  </a:schemeClr>
                </a:solidFill>
                <a:sym typeface="+mn-ea"/>
              </a:rPr>
              <a:t>Introduction</a:t>
            </a:r>
            <a:endParaRPr lang="zh-CN" altLang="en-US"/>
          </a:p>
        </p:txBody>
      </p:sp>
      <p:sp>
        <p:nvSpPr>
          <p:cNvPr id="4" name="灯片编号占位符 3"/>
          <p:cNvSpPr>
            <a:spLocks noGrp="1"/>
          </p:cNvSpPr>
          <p:nvPr>
            <p:ph type="sldNum" sz="quarter" idx="4"/>
          </p:nvPr>
        </p:nvSpPr>
        <p:spPr/>
        <p:txBody>
          <a:bodyPr/>
          <a:lstStyle/>
          <a:p>
            <a:pPr algn="ctr"/>
            <a:r>
              <a:rPr lang="en-SG"/>
              <a:t>Page </a:t>
            </a:r>
            <a:fld id="{2F63C605-4FC6-46DE-BC90-871762EA3F52}" type="slidenum">
              <a:rPr lang="en-SG" smtClean="0"/>
              <a:t>4</a:t>
            </a:fld>
            <a:endParaRPr lang="en-SG"/>
          </a:p>
        </p:txBody>
      </p:sp>
      <p:cxnSp>
        <p:nvCxnSpPr>
          <p:cNvPr id="9" name="直接连接符 8">
            <a:extLst>
              <a:ext uri="{FF2B5EF4-FFF2-40B4-BE49-F238E27FC236}">
                <a16:creationId xmlns:a16="http://schemas.microsoft.com/office/drawing/2014/main" id="{4735CA17-8D89-92AC-2F18-133A6C26015B}"/>
              </a:ext>
            </a:extLst>
          </p:cNvPr>
          <p:cNvCxnSpPr>
            <a:stCxn id="2" idx="1"/>
            <a:endCxn id="2" idx="3"/>
          </p:cNvCxnSpPr>
          <p:nvPr/>
        </p:nvCxnSpPr>
        <p:spPr>
          <a:xfrm>
            <a:off x="1388466" y="2761433"/>
            <a:ext cx="7411601"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92C80EE2-6066-19FB-5C4C-61416963B9CE}"/>
              </a:ext>
            </a:extLst>
          </p:cNvPr>
          <p:cNvSpPr txBox="1"/>
          <p:nvPr/>
        </p:nvSpPr>
        <p:spPr>
          <a:xfrm>
            <a:off x="1388466" y="3414761"/>
            <a:ext cx="6039033" cy="1670778"/>
          </a:xfrm>
          <a:prstGeom prst="rect">
            <a:avLst/>
          </a:prstGeom>
          <a:noFill/>
        </p:spPr>
        <p:txBody>
          <a:bodyPr wrap="square" lIns="91440" tIns="45720" rIns="91440" bIns="45720" rtlCol="0" anchor="t">
            <a:spAutoFit/>
          </a:bodyPr>
          <a:lstStyle/>
          <a:p>
            <a:pPr marL="285750" indent="-285750">
              <a:lnSpc>
                <a:spcPct val="200000"/>
              </a:lnSpc>
              <a:buFont typeface="Wingdings" panose="05000000000000000000" pitchFamily="2" charset="2"/>
              <a:buChar char="Ø"/>
            </a:pPr>
            <a:r>
              <a:rPr lang="en-US" altLang="zh-CN">
                <a:solidFill>
                  <a:schemeClr val="tx1">
                    <a:lumMod val="75000"/>
                    <a:lumOff val="25000"/>
                  </a:schemeClr>
                </a:solidFill>
                <a:latin typeface="微软雅黑"/>
                <a:ea typeface="微软雅黑"/>
              </a:rPr>
              <a:t>Social Background</a:t>
            </a:r>
            <a:endParaRPr lang="en-US" altLang="zh-CN">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nSpc>
                <a:spcPct val="200000"/>
              </a:lnSpc>
              <a:buFont typeface="Wingdings" panose="05000000000000000000" pitchFamily="2" charset="2"/>
              <a:buChar char="Ø"/>
            </a:pPr>
            <a:r>
              <a:rPr lang="en-US" altLang="zh-CN">
                <a:solidFill>
                  <a:schemeClr val="tx1">
                    <a:lumMod val="75000"/>
                    <a:lumOff val="25000"/>
                  </a:schemeClr>
                </a:solidFill>
                <a:latin typeface="微软雅黑"/>
                <a:ea typeface="微软雅黑"/>
              </a:rPr>
              <a:t>Components of the SIGNIFY</a:t>
            </a:r>
            <a:endParaRPr lang="zh-CN" altLang="en-US">
              <a:solidFill>
                <a:schemeClr val="tx1">
                  <a:lumMod val="75000"/>
                  <a:lumOff val="25000"/>
                </a:schemeClr>
              </a:solidFill>
              <a:latin typeface="微软雅黑"/>
              <a:ea typeface="微软雅黑"/>
            </a:endParaRPr>
          </a:p>
          <a:p>
            <a:pPr marL="285750" indent="-285750">
              <a:lnSpc>
                <a:spcPct val="200000"/>
              </a:lnSpc>
              <a:buFont typeface="Wingdings" panose="05000000000000000000" pitchFamily="2" charset="2"/>
              <a:buChar char="Ø"/>
            </a:pPr>
            <a:endParaRPr lang="en-US" altLang="zh-CN">
              <a:solidFill>
                <a:schemeClr val="tx1">
                  <a:lumMod val="75000"/>
                  <a:lumOff val="25000"/>
                </a:schemeClr>
              </a:solidFill>
              <a:latin typeface="微软雅黑"/>
              <a:ea typeface="微软雅黑"/>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6EC0E0-0D4C-1F31-C216-6497B6F85696}"/>
              </a:ext>
            </a:extLst>
          </p:cNvPr>
          <p:cNvSpPr>
            <a:spLocks noGrp="1"/>
          </p:cNvSpPr>
          <p:nvPr>
            <p:ph type="title"/>
          </p:nvPr>
        </p:nvSpPr>
        <p:spPr/>
        <p:txBody>
          <a:bodyPr>
            <a:normAutofit/>
          </a:bodyPr>
          <a:lstStyle/>
          <a:p>
            <a:r>
              <a:rPr lang="en-US">
                <a:latin typeface="Arial"/>
                <a:ea typeface="黑体"/>
                <a:cs typeface="Arial"/>
              </a:rPr>
              <a:t>1.1 Social Background</a:t>
            </a:r>
            <a:endParaRPr lang="zh-CN" altLang="en-US"/>
          </a:p>
        </p:txBody>
      </p:sp>
      <p:sp>
        <p:nvSpPr>
          <p:cNvPr id="4" name="灯片编号占位符 3">
            <a:extLst>
              <a:ext uri="{FF2B5EF4-FFF2-40B4-BE49-F238E27FC236}">
                <a16:creationId xmlns:a16="http://schemas.microsoft.com/office/drawing/2014/main" id="{E7943911-5C8D-D152-69ED-CCF22D611242}"/>
              </a:ext>
            </a:extLst>
          </p:cNvPr>
          <p:cNvSpPr>
            <a:spLocks noGrp="1"/>
          </p:cNvSpPr>
          <p:nvPr>
            <p:ph type="sldNum" sz="quarter" idx="4"/>
          </p:nvPr>
        </p:nvSpPr>
        <p:spPr/>
        <p:txBody>
          <a:bodyPr/>
          <a:lstStyle/>
          <a:p>
            <a:pPr algn="ctr"/>
            <a:r>
              <a:rPr lang="en-SG"/>
              <a:t>Page </a:t>
            </a:r>
            <a:fld id="{2F63C605-4FC6-46DE-BC90-871762EA3F52}" type="slidenum">
              <a:rPr lang="en-SG" smtClean="0"/>
              <a:t>5</a:t>
            </a:fld>
            <a:endParaRPr lang="en-SG"/>
          </a:p>
        </p:txBody>
      </p:sp>
      <p:pic>
        <p:nvPicPr>
          <p:cNvPr id="23" name="图形 22">
            <a:extLst>
              <a:ext uri="{FF2B5EF4-FFF2-40B4-BE49-F238E27FC236}">
                <a16:creationId xmlns:a16="http://schemas.microsoft.com/office/drawing/2014/main" id="{1076F057-F8FD-F64D-8364-9AF78CD1039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41383" y="793467"/>
            <a:ext cx="4327847" cy="2885194"/>
          </a:xfrm>
          <a:prstGeom prst="rect">
            <a:avLst/>
          </a:prstGeom>
        </p:spPr>
      </p:pic>
      <p:sp>
        <p:nvSpPr>
          <p:cNvPr id="26" name="文本框 25">
            <a:extLst>
              <a:ext uri="{FF2B5EF4-FFF2-40B4-BE49-F238E27FC236}">
                <a16:creationId xmlns:a16="http://schemas.microsoft.com/office/drawing/2014/main" id="{E22EB532-74AD-3FF9-8D82-764614E62C6F}"/>
              </a:ext>
            </a:extLst>
          </p:cNvPr>
          <p:cNvSpPr txBox="1"/>
          <p:nvPr/>
        </p:nvSpPr>
        <p:spPr>
          <a:xfrm>
            <a:off x="1267925" y="4088003"/>
            <a:ext cx="2661865"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3200" b="1">
                <a:solidFill>
                  <a:schemeClr val="accent1"/>
                </a:solidFill>
                <a:latin typeface="Arial"/>
                <a:ea typeface="黑体"/>
                <a:cs typeface="Arial"/>
              </a:rPr>
              <a:t>700,000,000</a:t>
            </a:r>
            <a:endParaRPr lang="zh-CN" altLang="en-US" sz="3200" b="1">
              <a:solidFill>
                <a:schemeClr val="accent1"/>
              </a:solidFill>
              <a:latin typeface="Arial"/>
              <a:ea typeface="黑体"/>
              <a:cs typeface="Arial"/>
            </a:endParaRPr>
          </a:p>
          <a:p>
            <a:pPr algn="l"/>
            <a:endParaRPr lang="zh-CN"/>
          </a:p>
        </p:txBody>
      </p:sp>
      <p:sp>
        <p:nvSpPr>
          <p:cNvPr id="27" name="文本框 26">
            <a:extLst>
              <a:ext uri="{FF2B5EF4-FFF2-40B4-BE49-F238E27FC236}">
                <a16:creationId xmlns:a16="http://schemas.microsoft.com/office/drawing/2014/main" id="{B6FD75C0-CAC2-1483-E4E4-6E70E2741AE6}"/>
              </a:ext>
            </a:extLst>
          </p:cNvPr>
          <p:cNvSpPr txBox="1"/>
          <p:nvPr/>
        </p:nvSpPr>
        <p:spPr>
          <a:xfrm>
            <a:off x="1033424" y="4948987"/>
            <a:ext cx="414709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a:solidFill>
                  <a:schemeClr val="tx1">
                    <a:lumMod val="75000"/>
                    <a:lumOff val="25000"/>
                  </a:schemeClr>
                </a:solidFill>
                <a:ea typeface="黑体"/>
                <a:cs typeface="Arial"/>
              </a:rPr>
              <a:t>"At least 700 million people are ptojected to </a:t>
            </a:r>
            <a:r>
              <a:rPr lang="en-US" altLang="zh-CN">
                <a:solidFill>
                  <a:schemeClr val="tx1">
                    <a:lumMod val="75000"/>
                    <a:lumOff val="25000"/>
                  </a:schemeClr>
                </a:solidFill>
                <a:ea typeface="黑体"/>
                <a:cs typeface="Arial"/>
              </a:rPr>
              <a:t>live</a:t>
            </a:r>
            <a:r>
              <a:rPr lang="zh-CN" altLang="en-US">
                <a:solidFill>
                  <a:schemeClr val="tx1">
                    <a:lumMod val="75000"/>
                    <a:lumOff val="25000"/>
                  </a:schemeClr>
                </a:solidFill>
                <a:ea typeface="黑体"/>
                <a:cs typeface="Arial"/>
              </a:rPr>
              <a:t> </a:t>
            </a:r>
            <a:r>
              <a:rPr lang="en-US" altLang="zh-CN">
                <a:solidFill>
                  <a:schemeClr val="tx1">
                    <a:lumMod val="75000"/>
                    <a:lumOff val="25000"/>
                  </a:schemeClr>
                </a:solidFill>
                <a:ea typeface="黑体"/>
                <a:cs typeface="Arial"/>
              </a:rPr>
              <a:t>with disabling hearing loss worldwide"</a:t>
            </a:r>
            <a:endParaRPr lang="zh-CN" altLang="en-US">
              <a:solidFill>
                <a:schemeClr val="tx1">
                  <a:lumMod val="75000"/>
                  <a:lumOff val="25000"/>
                </a:schemeClr>
              </a:solidFill>
              <a:ea typeface="黑体"/>
              <a:cs typeface="Arial"/>
            </a:endParaRPr>
          </a:p>
          <a:p>
            <a:r>
              <a:rPr lang="en-US" altLang="zh-CN">
                <a:solidFill>
                  <a:schemeClr val="tx1">
                    <a:lumMod val="75000"/>
                    <a:lumOff val="25000"/>
                  </a:schemeClr>
                </a:solidFill>
                <a:ea typeface="黑体"/>
                <a:cs typeface="Arial"/>
              </a:rPr>
              <a:t>                    ---</a:t>
            </a:r>
            <a:r>
              <a:rPr lang="en-US" sz="1200">
                <a:solidFill>
                  <a:schemeClr val="tx1">
                    <a:lumMod val="75000"/>
                    <a:lumOff val="25000"/>
                  </a:schemeClr>
                </a:solidFill>
                <a:latin typeface="Times New Roman"/>
                <a:ea typeface="黑体"/>
                <a:cs typeface="Times New Roman"/>
              </a:rPr>
              <a:t>the World Health Organization(WHO</a:t>
            </a:r>
            <a:r>
              <a:rPr lang="en-US" sz="1100">
                <a:solidFill>
                  <a:schemeClr val="tx1">
                    <a:lumMod val="75000"/>
                    <a:lumOff val="25000"/>
                  </a:schemeClr>
                </a:solidFill>
                <a:latin typeface="Times New Roman"/>
                <a:ea typeface="黑体"/>
                <a:cs typeface="Times New Roman"/>
              </a:rPr>
              <a:t>)</a:t>
            </a:r>
          </a:p>
          <a:p>
            <a:endParaRPr lang="zh-CN" altLang="en-US">
              <a:solidFill>
                <a:schemeClr val="tx1">
                  <a:lumMod val="75000"/>
                  <a:lumOff val="25000"/>
                </a:schemeClr>
              </a:solidFill>
              <a:ea typeface="黑体"/>
              <a:cs typeface="Arial"/>
            </a:endParaRPr>
          </a:p>
        </p:txBody>
      </p:sp>
      <p:pic>
        <p:nvPicPr>
          <p:cNvPr id="28" name="图片 27" descr="图形用户界面, 文本, 应用程序, 电子邮件">
            <a:extLst>
              <a:ext uri="{FF2B5EF4-FFF2-40B4-BE49-F238E27FC236}">
                <a16:creationId xmlns:a16="http://schemas.microsoft.com/office/drawing/2014/main" id="{4E44369D-DA13-7C21-D66A-A8DFC9DA6E36}"/>
              </a:ext>
            </a:extLst>
          </p:cNvPr>
          <p:cNvPicPr>
            <a:picLocks noChangeAspect="1"/>
          </p:cNvPicPr>
          <p:nvPr/>
        </p:nvPicPr>
        <p:blipFill>
          <a:blip r:embed="rId5"/>
          <a:stretch>
            <a:fillRect/>
          </a:stretch>
        </p:blipFill>
        <p:spPr>
          <a:xfrm>
            <a:off x="61473" y="974450"/>
            <a:ext cx="4509670" cy="2785708"/>
          </a:xfrm>
          <a:prstGeom prst="rect">
            <a:avLst/>
          </a:prstGeom>
          <a:ln>
            <a:noFill/>
          </a:ln>
          <a:effectLst>
            <a:softEdge rad="112500"/>
          </a:effectLst>
        </p:spPr>
      </p:pic>
      <p:sp>
        <p:nvSpPr>
          <p:cNvPr id="29" name="箭头: V 形 28">
            <a:extLst>
              <a:ext uri="{FF2B5EF4-FFF2-40B4-BE49-F238E27FC236}">
                <a16:creationId xmlns:a16="http://schemas.microsoft.com/office/drawing/2014/main" id="{E2D6AD6D-6C7B-425C-B783-9E6FC223510C}"/>
              </a:ext>
            </a:extLst>
          </p:cNvPr>
          <p:cNvSpPr/>
          <p:nvPr/>
        </p:nvSpPr>
        <p:spPr>
          <a:xfrm>
            <a:off x="7006219" y="3896347"/>
            <a:ext cx="443644" cy="394350"/>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文本框 30">
            <a:extLst>
              <a:ext uri="{FF2B5EF4-FFF2-40B4-BE49-F238E27FC236}">
                <a16:creationId xmlns:a16="http://schemas.microsoft.com/office/drawing/2014/main" id="{DC89E159-50BE-D1D8-D2E0-0DFD75C36062}"/>
              </a:ext>
            </a:extLst>
          </p:cNvPr>
          <p:cNvSpPr txBox="1"/>
          <p:nvPr/>
        </p:nvSpPr>
        <p:spPr>
          <a:xfrm>
            <a:off x="5631816" y="3863402"/>
            <a:ext cx="151578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zh-CN" altLang="en-US" sz="2400" b="1">
                <a:solidFill>
                  <a:schemeClr val="accent1"/>
                </a:solidFill>
                <a:ea typeface="黑体"/>
                <a:cs typeface="Arial"/>
              </a:rPr>
              <a:t>500,000</a:t>
            </a:r>
            <a:endParaRPr lang="zh-CN" altLang="en-US" sz="2400" b="1" err="1">
              <a:solidFill>
                <a:schemeClr val="accent1"/>
              </a:solidFill>
            </a:endParaRPr>
          </a:p>
        </p:txBody>
      </p:sp>
      <p:sp>
        <p:nvSpPr>
          <p:cNvPr id="32" name="文本框 31">
            <a:extLst>
              <a:ext uri="{FF2B5EF4-FFF2-40B4-BE49-F238E27FC236}">
                <a16:creationId xmlns:a16="http://schemas.microsoft.com/office/drawing/2014/main" id="{19201450-836E-D6DA-2A2A-E6675C435C2F}"/>
              </a:ext>
            </a:extLst>
          </p:cNvPr>
          <p:cNvSpPr txBox="1"/>
          <p:nvPr/>
        </p:nvSpPr>
        <p:spPr>
          <a:xfrm>
            <a:off x="7507445" y="3908998"/>
            <a:ext cx="10733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ltLang="zh-CN">
                <a:solidFill>
                  <a:schemeClr val="accent1"/>
                </a:solidFill>
                <a:ea typeface="黑体"/>
                <a:cs typeface="Arial"/>
              </a:rPr>
              <a:t> 5,400 </a:t>
            </a:r>
          </a:p>
        </p:txBody>
      </p:sp>
      <p:pic>
        <p:nvPicPr>
          <p:cNvPr id="34" name="图形 33" descr="拿着笔记本电脑的女人">
            <a:extLst>
              <a:ext uri="{FF2B5EF4-FFF2-40B4-BE49-F238E27FC236}">
                <a16:creationId xmlns:a16="http://schemas.microsoft.com/office/drawing/2014/main" id="{457ECFD5-32FB-A5B1-18EF-B486BE557D9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64" y="5161344"/>
            <a:ext cx="1676425" cy="1698839"/>
          </a:xfrm>
          <a:prstGeom prst="rect">
            <a:avLst/>
          </a:prstGeom>
        </p:spPr>
      </p:pic>
      <p:sp>
        <p:nvSpPr>
          <p:cNvPr id="35" name="文本框 34">
            <a:extLst>
              <a:ext uri="{FF2B5EF4-FFF2-40B4-BE49-F238E27FC236}">
                <a16:creationId xmlns:a16="http://schemas.microsoft.com/office/drawing/2014/main" id="{10A79A03-DA2F-4651-95B0-45838B1D88A3}"/>
              </a:ext>
            </a:extLst>
          </p:cNvPr>
          <p:cNvSpPr txBox="1"/>
          <p:nvPr/>
        </p:nvSpPr>
        <p:spPr>
          <a:xfrm>
            <a:off x="5640443" y="4562141"/>
            <a:ext cx="3008153"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tLang="zh-CN" sz="1600">
                <a:solidFill>
                  <a:schemeClr val="tx1">
                    <a:lumMod val="75000"/>
                    <a:lumOff val="25000"/>
                  </a:schemeClr>
                </a:solidFill>
                <a:ea typeface="黑体"/>
                <a:cs typeface="Arial"/>
              </a:rPr>
              <a:t>In Singapore, about 500,000 people experience some level of hearing loss. Yet, only about 5,400 individuals are registered with the Singapore Association for the Deaf</a:t>
            </a:r>
            <a:endParaRPr lang="zh-CN" altLang="en-US"/>
          </a:p>
        </p:txBody>
      </p:sp>
      <p:sp>
        <p:nvSpPr>
          <p:cNvPr id="38" name="矩形 37">
            <a:extLst>
              <a:ext uri="{FF2B5EF4-FFF2-40B4-BE49-F238E27FC236}">
                <a16:creationId xmlns:a16="http://schemas.microsoft.com/office/drawing/2014/main" id="{5DDB3D6F-CBD7-8BF2-C134-FED47804E482}"/>
              </a:ext>
            </a:extLst>
          </p:cNvPr>
          <p:cNvSpPr/>
          <p:nvPr/>
        </p:nvSpPr>
        <p:spPr>
          <a:xfrm>
            <a:off x="5342216" y="3863401"/>
            <a:ext cx="73940" cy="24646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64858371"/>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电脑萤幕&#10;&#10;已自动生成说明">
            <a:extLst>
              <a:ext uri="{FF2B5EF4-FFF2-40B4-BE49-F238E27FC236}">
                <a16:creationId xmlns:a16="http://schemas.microsoft.com/office/drawing/2014/main" id="{CC0F79D2-5D1A-6E77-E937-4FE575155DE1}"/>
              </a:ext>
            </a:extLst>
          </p:cNvPr>
          <p:cNvPicPr>
            <a:picLocks noChangeAspect="1"/>
          </p:cNvPicPr>
          <p:nvPr/>
        </p:nvPicPr>
        <p:blipFill>
          <a:blip r:embed="rId3"/>
          <a:stretch>
            <a:fillRect/>
          </a:stretch>
        </p:blipFill>
        <p:spPr>
          <a:xfrm>
            <a:off x="179789" y="663835"/>
            <a:ext cx="5432707" cy="5937091"/>
          </a:xfrm>
          <a:prstGeom prst="rect">
            <a:avLst/>
          </a:prstGeom>
        </p:spPr>
      </p:pic>
      <p:sp>
        <p:nvSpPr>
          <p:cNvPr id="2" name="标题 1">
            <a:extLst>
              <a:ext uri="{FF2B5EF4-FFF2-40B4-BE49-F238E27FC236}">
                <a16:creationId xmlns:a16="http://schemas.microsoft.com/office/drawing/2014/main" id="{D76EC0E0-0D4C-1F31-C216-6497B6F85696}"/>
              </a:ext>
            </a:extLst>
          </p:cNvPr>
          <p:cNvSpPr>
            <a:spLocks noGrp="1"/>
          </p:cNvSpPr>
          <p:nvPr>
            <p:ph type="title"/>
          </p:nvPr>
        </p:nvSpPr>
        <p:spPr>
          <a:xfrm>
            <a:off x="603760" y="266515"/>
            <a:ext cx="7057610" cy="545561"/>
          </a:xfrm>
        </p:spPr>
        <p:txBody>
          <a:bodyPr>
            <a:normAutofit fontScale="90000"/>
          </a:bodyPr>
          <a:lstStyle/>
          <a:p>
            <a:r>
              <a:rPr lang="en-US">
                <a:latin typeface="Arial"/>
                <a:ea typeface="黑体"/>
                <a:cs typeface="Arial"/>
              </a:rPr>
              <a:t>1.2</a:t>
            </a:r>
            <a:r>
              <a:rPr lang="en-US" sz="3600">
                <a:latin typeface="Arial"/>
                <a:ea typeface="黑体"/>
                <a:cs typeface="Arial"/>
              </a:rPr>
              <a:t> Components of the SIGNIFY</a:t>
            </a:r>
            <a:endParaRPr lang="zh-CN" altLang="en-US" sz="3600">
              <a:latin typeface="Arial"/>
              <a:ea typeface="黑体"/>
              <a:cs typeface="Arial"/>
            </a:endParaRPr>
          </a:p>
        </p:txBody>
      </p:sp>
      <p:sp>
        <p:nvSpPr>
          <p:cNvPr id="6" name="文本框 5">
            <a:extLst>
              <a:ext uri="{FF2B5EF4-FFF2-40B4-BE49-F238E27FC236}">
                <a16:creationId xmlns:a16="http://schemas.microsoft.com/office/drawing/2014/main" id="{8BE8145E-4384-2C4D-1BEE-4364ECA70497}"/>
              </a:ext>
            </a:extLst>
          </p:cNvPr>
          <p:cNvSpPr txBox="1"/>
          <p:nvPr/>
        </p:nvSpPr>
        <p:spPr>
          <a:xfrm>
            <a:off x="411614" y="974735"/>
            <a:ext cx="3963293"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79400" indent="-279400"/>
            <a:r>
              <a:rPr lang="en-US" altLang="zh-CN" sz="2200" b="1">
                <a:solidFill>
                  <a:schemeClr val="accent1"/>
                </a:solidFill>
                <a:latin typeface="Arial"/>
                <a:ea typeface="黑体"/>
                <a:cs typeface="Arial"/>
              </a:rPr>
              <a:t>Home Page</a:t>
            </a:r>
            <a:endParaRPr lang="en-US" altLang="zh-CN" sz="2200" b="1">
              <a:solidFill>
                <a:schemeClr val="accent1"/>
              </a:solidFill>
              <a:latin typeface="Arial" panose="020B0604020202020204" pitchFamily="34" charset="0"/>
              <a:ea typeface="黑体"/>
              <a:cs typeface="Arial" panose="020B0604020202020204" pitchFamily="34" charset="0"/>
            </a:endParaRPr>
          </a:p>
        </p:txBody>
      </p:sp>
      <p:pic>
        <p:nvPicPr>
          <p:cNvPr id="5" name="图片 4" descr="图形用户界面, 文本, 应用程序, 聊天或短信&#10;&#10;已自动生成说明">
            <a:extLst>
              <a:ext uri="{FF2B5EF4-FFF2-40B4-BE49-F238E27FC236}">
                <a16:creationId xmlns:a16="http://schemas.microsoft.com/office/drawing/2014/main" id="{547CF08F-05E1-FC42-794E-6EF7D04AFA33}"/>
              </a:ext>
            </a:extLst>
          </p:cNvPr>
          <p:cNvPicPr>
            <a:picLocks noChangeAspect="1"/>
          </p:cNvPicPr>
          <p:nvPr/>
        </p:nvPicPr>
        <p:blipFill>
          <a:blip r:embed="rId4"/>
          <a:stretch>
            <a:fillRect/>
          </a:stretch>
        </p:blipFill>
        <p:spPr>
          <a:xfrm>
            <a:off x="414896" y="1907886"/>
            <a:ext cx="4970348" cy="3064529"/>
          </a:xfrm>
          <a:prstGeom prst="rect">
            <a:avLst/>
          </a:prstGeom>
        </p:spPr>
      </p:pic>
      <p:sp>
        <p:nvSpPr>
          <p:cNvPr id="8" name="文本框 7">
            <a:extLst>
              <a:ext uri="{FF2B5EF4-FFF2-40B4-BE49-F238E27FC236}">
                <a16:creationId xmlns:a16="http://schemas.microsoft.com/office/drawing/2014/main" id="{4EF4127A-BFAA-AD71-ED25-E8A8027A57F2}"/>
              </a:ext>
            </a:extLst>
          </p:cNvPr>
          <p:cNvSpPr txBox="1"/>
          <p:nvPr/>
        </p:nvSpPr>
        <p:spPr>
          <a:xfrm>
            <a:off x="5789516" y="2139494"/>
            <a:ext cx="3223133"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indent="266700"/>
            <a:r>
              <a:rPr lang="en-US" altLang="zh-CN">
                <a:solidFill>
                  <a:schemeClr val="tx1">
                    <a:lumMod val="75000"/>
                    <a:lumOff val="25000"/>
                  </a:schemeClr>
                </a:solidFill>
                <a:ea typeface="黑体"/>
                <a:cs typeface="Arial"/>
              </a:rPr>
              <a:t>Designed for intuitive navigation, the interface is optimized for quick access to learning resources, practice, and performance tracking. The clean and visually accessible UI ensures that users of all backgrounds can comfortably engage with the content.</a:t>
            </a:r>
            <a:endParaRPr lang="zh-CN" altLang="en-US">
              <a:solidFill>
                <a:schemeClr val="tx1">
                  <a:lumMod val="75000"/>
                  <a:lumOff val="25000"/>
                </a:schemeClr>
              </a:solidFill>
              <a:ea typeface="黑体"/>
              <a:cs typeface="Arial"/>
            </a:endParaRPr>
          </a:p>
        </p:txBody>
      </p:sp>
    </p:spTree>
    <p:extLst>
      <p:ext uri="{BB962C8B-B14F-4D97-AF65-F5344CB8AC3E}">
        <p14:creationId xmlns:p14="http://schemas.microsoft.com/office/powerpoint/2010/main" val="477092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6EC0E0-0D4C-1F31-C216-6497B6F85696}"/>
              </a:ext>
            </a:extLst>
          </p:cNvPr>
          <p:cNvSpPr>
            <a:spLocks noGrp="1"/>
          </p:cNvSpPr>
          <p:nvPr>
            <p:ph type="title"/>
          </p:nvPr>
        </p:nvSpPr>
        <p:spPr>
          <a:xfrm>
            <a:off x="603760" y="266515"/>
            <a:ext cx="7057610" cy="545561"/>
          </a:xfrm>
        </p:spPr>
        <p:txBody>
          <a:bodyPr>
            <a:normAutofit fontScale="90000"/>
          </a:bodyPr>
          <a:lstStyle/>
          <a:p>
            <a:r>
              <a:rPr lang="en-US">
                <a:latin typeface="Arial"/>
                <a:ea typeface="黑体"/>
                <a:cs typeface="Arial"/>
              </a:rPr>
              <a:t>1.2</a:t>
            </a:r>
            <a:r>
              <a:rPr lang="en-US" sz="3600">
                <a:latin typeface="Arial"/>
                <a:ea typeface="黑体"/>
                <a:cs typeface="Arial"/>
              </a:rPr>
              <a:t> Components of the SIGNIFY</a:t>
            </a:r>
            <a:endParaRPr lang="zh-CN" altLang="en-US" sz="3600">
              <a:latin typeface="Arial"/>
              <a:ea typeface="黑体"/>
              <a:cs typeface="Arial"/>
            </a:endParaRPr>
          </a:p>
        </p:txBody>
      </p:sp>
      <p:sp>
        <p:nvSpPr>
          <p:cNvPr id="6" name="文本框 5">
            <a:extLst>
              <a:ext uri="{FF2B5EF4-FFF2-40B4-BE49-F238E27FC236}">
                <a16:creationId xmlns:a16="http://schemas.microsoft.com/office/drawing/2014/main" id="{8BE8145E-4384-2C4D-1BEE-4364ECA70497}"/>
              </a:ext>
            </a:extLst>
          </p:cNvPr>
          <p:cNvSpPr txBox="1"/>
          <p:nvPr/>
        </p:nvSpPr>
        <p:spPr>
          <a:xfrm>
            <a:off x="411614" y="974735"/>
            <a:ext cx="3963293"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79400" indent="-279400"/>
            <a:r>
              <a:rPr lang="en-US" sz="2200" b="1">
                <a:solidFill>
                  <a:schemeClr val="accent1"/>
                </a:solidFill>
                <a:ea typeface="+mn-lt"/>
                <a:cs typeface="+mn-lt"/>
              </a:rPr>
              <a:t>Sign Language Library</a:t>
            </a:r>
            <a:endParaRPr lang="zh-CN" altLang="en-US">
              <a:solidFill>
                <a:schemeClr val="accent1"/>
              </a:solidFill>
            </a:endParaRPr>
          </a:p>
        </p:txBody>
      </p:sp>
      <p:pic>
        <p:nvPicPr>
          <p:cNvPr id="4" name="图片 3" descr="电脑萤幕&#10;&#10;已自动生成说明">
            <a:extLst>
              <a:ext uri="{FF2B5EF4-FFF2-40B4-BE49-F238E27FC236}">
                <a16:creationId xmlns:a16="http://schemas.microsoft.com/office/drawing/2014/main" id="{3F9408B9-1884-7B1A-0AC8-0E45B8C99582}"/>
              </a:ext>
            </a:extLst>
          </p:cNvPr>
          <p:cNvPicPr>
            <a:picLocks noChangeAspect="1"/>
          </p:cNvPicPr>
          <p:nvPr/>
        </p:nvPicPr>
        <p:blipFill>
          <a:blip r:embed="rId3"/>
          <a:stretch>
            <a:fillRect/>
          </a:stretch>
        </p:blipFill>
        <p:spPr>
          <a:xfrm>
            <a:off x="179789" y="663835"/>
            <a:ext cx="5432707" cy="5937091"/>
          </a:xfrm>
          <a:prstGeom prst="rect">
            <a:avLst/>
          </a:prstGeom>
        </p:spPr>
      </p:pic>
      <p:pic>
        <p:nvPicPr>
          <p:cNvPr id="7" name="图片 6" descr="图形用户界面, 应用程序&#10;&#10;已自动生成说明">
            <a:extLst>
              <a:ext uri="{FF2B5EF4-FFF2-40B4-BE49-F238E27FC236}">
                <a16:creationId xmlns:a16="http://schemas.microsoft.com/office/drawing/2014/main" id="{332BBCD2-D794-983C-7FCA-5AB2E1DDDDB3}"/>
              </a:ext>
            </a:extLst>
          </p:cNvPr>
          <p:cNvPicPr>
            <a:picLocks noChangeAspect="1"/>
          </p:cNvPicPr>
          <p:nvPr/>
        </p:nvPicPr>
        <p:blipFill>
          <a:blip r:embed="rId4"/>
          <a:stretch>
            <a:fillRect/>
          </a:stretch>
        </p:blipFill>
        <p:spPr>
          <a:xfrm>
            <a:off x="438393" y="1886025"/>
            <a:ext cx="4916277" cy="3065293"/>
          </a:xfrm>
          <a:prstGeom prst="rect">
            <a:avLst/>
          </a:prstGeom>
        </p:spPr>
      </p:pic>
      <p:sp>
        <p:nvSpPr>
          <p:cNvPr id="8" name="文本框 7">
            <a:extLst>
              <a:ext uri="{FF2B5EF4-FFF2-40B4-BE49-F238E27FC236}">
                <a16:creationId xmlns:a16="http://schemas.microsoft.com/office/drawing/2014/main" id="{9A6A27C4-AFA5-F16E-B266-C5A54FDED6D4}"/>
              </a:ext>
            </a:extLst>
          </p:cNvPr>
          <p:cNvSpPr txBox="1"/>
          <p:nvPr/>
        </p:nvSpPr>
        <p:spPr>
          <a:xfrm>
            <a:off x="5669533" y="1192257"/>
            <a:ext cx="347573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indent="266700"/>
            <a:r>
              <a:rPr lang="en-US" altLang="zh-CN">
                <a:solidFill>
                  <a:schemeClr val="tx1">
                    <a:lumMod val="75000"/>
                    <a:lumOff val="25000"/>
                  </a:schemeClr>
                </a:solidFill>
                <a:ea typeface="黑体"/>
                <a:cs typeface="Arial"/>
              </a:rPr>
              <a:t>A complete library of sign language letters allows users to browse, learn, and view examples of each gesture. Each entry includes visual references and explanations to help users recognize and practice hand gestures accurately.</a:t>
            </a:r>
            <a:endParaRPr lang="zh-CN" altLang="en-US"/>
          </a:p>
        </p:txBody>
      </p:sp>
      <p:sp>
        <p:nvSpPr>
          <p:cNvPr id="9" name="文本框 8">
            <a:extLst>
              <a:ext uri="{FF2B5EF4-FFF2-40B4-BE49-F238E27FC236}">
                <a16:creationId xmlns:a16="http://schemas.microsoft.com/office/drawing/2014/main" id="{BB3E8E56-0820-514A-226D-F3EAFE47F586}"/>
              </a:ext>
            </a:extLst>
          </p:cNvPr>
          <p:cNvSpPr txBox="1"/>
          <p:nvPr/>
        </p:nvSpPr>
        <p:spPr>
          <a:xfrm>
            <a:off x="5619014" y="3794002"/>
            <a:ext cx="377884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indent="266700"/>
            <a:r>
              <a:rPr lang="en-US" altLang="zh-CN">
                <a:solidFill>
                  <a:schemeClr val="tx1">
                    <a:lumMod val="75000"/>
                    <a:lumOff val="25000"/>
                  </a:schemeClr>
                </a:solidFill>
                <a:ea typeface="黑体"/>
                <a:cs typeface="Arial"/>
              </a:rPr>
              <a:t>Using a fine-tuned YOLOv8 model, the app provides instant feedback on users’ gestures. Through camera-based tracking, the system detects and analyzes user hand gestures, ensuring accuracy and helping users improve with guided adjustments.</a:t>
            </a:r>
            <a:endParaRPr lang="zh-CN" altLang="en-US"/>
          </a:p>
        </p:txBody>
      </p:sp>
      <p:cxnSp>
        <p:nvCxnSpPr>
          <p:cNvPr id="10" name="直接箭头连接符 9">
            <a:extLst>
              <a:ext uri="{FF2B5EF4-FFF2-40B4-BE49-F238E27FC236}">
                <a16:creationId xmlns:a16="http://schemas.microsoft.com/office/drawing/2014/main" id="{E25EAF50-C117-7C33-82C6-1311032EB1C4}"/>
              </a:ext>
            </a:extLst>
          </p:cNvPr>
          <p:cNvCxnSpPr/>
          <p:nvPr/>
        </p:nvCxnSpPr>
        <p:spPr>
          <a:xfrm>
            <a:off x="2510811" y="4304248"/>
            <a:ext cx="3156195" cy="176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9C4CDFDE-79B8-5B5B-6387-9C9079D81EE5}"/>
              </a:ext>
            </a:extLst>
          </p:cNvPr>
          <p:cNvCxnSpPr>
            <a:cxnSpLocks/>
          </p:cNvCxnSpPr>
          <p:nvPr/>
        </p:nvCxnSpPr>
        <p:spPr>
          <a:xfrm flipV="1">
            <a:off x="3439103" y="1568627"/>
            <a:ext cx="2246849" cy="935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9113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6EC0E0-0D4C-1F31-C216-6497B6F85696}"/>
              </a:ext>
            </a:extLst>
          </p:cNvPr>
          <p:cNvSpPr>
            <a:spLocks noGrp="1"/>
          </p:cNvSpPr>
          <p:nvPr>
            <p:ph type="title"/>
          </p:nvPr>
        </p:nvSpPr>
        <p:spPr>
          <a:xfrm>
            <a:off x="603760" y="266515"/>
            <a:ext cx="7057610" cy="545561"/>
          </a:xfrm>
        </p:spPr>
        <p:txBody>
          <a:bodyPr>
            <a:normAutofit fontScale="90000"/>
          </a:bodyPr>
          <a:lstStyle/>
          <a:p>
            <a:r>
              <a:rPr lang="en-US">
                <a:latin typeface="Arial"/>
                <a:ea typeface="黑体"/>
                <a:cs typeface="Arial"/>
              </a:rPr>
              <a:t>1.2</a:t>
            </a:r>
            <a:r>
              <a:rPr lang="en-US" sz="3600">
                <a:latin typeface="Arial"/>
                <a:ea typeface="黑体"/>
                <a:cs typeface="Arial"/>
              </a:rPr>
              <a:t> Components of the SIGNIFY</a:t>
            </a:r>
            <a:endParaRPr lang="zh-CN" altLang="en-US" sz="3600">
              <a:latin typeface="Arial"/>
              <a:ea typeface="黑体"/>
              <a:cs typeface="Arial"/>
            </a:endParaRPr>
          </a:p>
        </p:txBody>
      </p:sp>
      <p:sp>
        <p:nvSpPr>
          <p:cNvPr id="6" name="文本框 5">
            <a:extLst>
              <a:ext uri="{FF2B5EF4-FFF2-40B4-BE49-F238E27FC236}">
                <a16:creationId xmlns:a16="http://schemas.microsoft.com/office/drawing/2014/main" id="{8BE8145E-4384-2C4D-1BEE-4364ECA70497}"/>
              </a:ext>
            </a:extLst>
          </p:cNvPr>
          <p:cNvSpPr txBox="1"/>
          <p:nvPr/>
        </p:nvSpPr>
        <p:spPr>
          <a:xfrm>
            <a:off x="411614" y="974735"/>
            <a:ext cx="4888419"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79400" indent="-279400"/>
            <a:r>
              <a:rPr lang="en-US" sz="700">
                <a:solidFill>
                  <a:schemeClr val="accent1"/>
                </a:solidFill>
                <a:latin typeface="Times New Roman"/>
                <a:cs typeface="Times New Roman"/>
              </a:rPr>
              <a:t> </a:t>
            </a:r>
            <a:r>
              <a:rPr lang="en-US" sz="2200" b="1">
                <a:solidFill>
                  <a:schemeClr val="accent1"/>
                </a:solidFill>
                <a:latin typeface="Arial"/>
                <a:cs typeface="Arial"/>
              </a:rPr>
              <a:t>Interactive Game Mode</a:t>
            </a:r>
            <a:endParaRPr lang="zh-CN" altLang="en-US" sz="2200" b="1">
              <a:solidFill>
                <a:schemeClr val="accent1"/>
              </a:solidFill>
              <a:latin typeface="Arial"/>
              <a:cs typeface="Arial"/>
            </a:endParaRPr>
          </a:p>
        </p:txBody>
      </p:sp>
      <p:pic>
        <p:nvPicPr>
          <p:cNvPr id="4" name="图片 3" descr="电脑萤幕&#10;&#10;已自动生成说明">
            <a:extLst>
              <a:ext uri="{FF2B5EF4-FFF2-40B4-BE49-F238E27FC236}">
                <a16:creationId xmlns:a16="http://schemas.microsoft.com/office/drawing/2014/main" id="{93E448A1-C53D-9D4F-E002-C8E73C22359B}"/>
              </a:ext>
            </a:extLst>
          </p:cNvPr>
          <p:cNvPicPr>
            <a:picLocks noChangeAspect="1"/>
          </p:cNvPicPr>
          <p:nvPr/>
        </p:nvPicPr>
        <p:blipFill>
          <a:blip r:embed="rId3"/>
          <a:stretch>
            <a:fillRect/>
          </a:stretch>
        </p:blipFill>
        <p:spPr>
          <a:xfrm>
            <a:off x="179789" y="663835"/>
            <a:ext cx="5432707" cy="5937091"/>
          </a:xfrm>
          <a:prstGeom prst="rect">
            <a:avLst/>
          </a:prstGeom>
        </p:spPr>
      </p:pic>
      <p:pic>
        <p:nvPicPr>
          <p:cNvPr id="5" name="图片 4" descr="图示&#10;&#10;已自动生成说明">
            <a:extLst>
              <a:ext uri="{FF2B5EF4-FFF2-40B4-BE49-F238E27FC236}">
                <a16:creationId xmlns:a16="http://schemas.microsoft.com/office/drawing/2014/main" id="{7DEA2E10-9C98-59AE-3E7B-527C34E01E7D}"/>
              </a:ext>
            </a:extLst>
          </p:cNvPr>
          <p:cNvPicPr>
            <a:picLocks noChangeAspect="1"/>
          </p:cNvPicPr>
          <p:nvPr/>
        </p:nvPicPr>
        <p:blipFill>
          <a:blip r:embed="rId4"/>
          <a:stretch>
            <a:fillRect/>
          </a:stretch>
        </p:blipFill>
        <p:spPr>
          <a:xfrm>
            <a:off x="414897" y="1889885"/>
            <a:ext cx="4986896" cy="3110771"/>
          </a:xfrm>
          <a:prstGeom prst="rect">
            <a:avLst/>
          </a:prstGeom>
        </p:spPr>
      </p:pic>
      <p:sp>
        <p:nvSpPr>
          <p:cNvPr id="7" name="文本框 6">
            <a:extLst>
              <a:ext uri="{FF2B5EF4-FFF2-40B4-BE49-F238E27FC236}">
                <a16:creationId xmlns:a16="http://schemas.microsoft.com/office/drawing/2014/main" id="{5EE100AD-722B-0C76-E0A2-B7B66E98F088}"/>
              </a:ext>
            </a:extLst>
          </p:cNvPr>
          <p:cNvSpPr txBox="1"/>
          <p:nvPr/>
        </p:nvSpPr>
        <p:spPr>
          <a:xfrm>
            <a:off x="5619014" y="2139494"/>
            <a:ext cx="3362061"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indent="266700"/>
            <a:r>
              <a:rPr lang="en-US" altLang="zh-CN">
                <a:solidFill>
                  <a:schemeClr val="tx1">
                    <a:lumMod val="75000"/>
                    <a:lumOff val="25000"/>
                  </a:schemeClr>
                </a:solidFill>
                <a:ea typeface="黑体"/>
                <a:cs typeface="Arial"/>
              </a:rPr>
              <a:t>An engaging game feature challenges users to sign the correct letter fall from the screen top, encouraging faster recognition and response time. Users can practice individual letters in an enjoyable environment, receiving feedback for each gesture.</a:t>
            </a:r>
            <a:endParaRPr lang="zh-CN" altLang="en-US">
              <a:solidFill>
                <a:schemeClr val="tx1">
                  <a:lumMod val="75000"/>
                  <a:lumOff val="25000"/>
                </a:schemeClr>
              </a:solidFill>
              <a:ea typeface="黑体"/>
              <a:cs typeface="Arial"/>
            </a:endParaRPr>
          </a:p>
        </p:txBody>
      </p:sp>
    </p:spTree>
    <p:extLst>
      <p:ext uri="{BB962C8B-B14F-4D97-AF65-F5344CB8AC3E}">
        <p14:creationId xmlns:p14="http://schemas.microsoft.com/office/powerpoint/2010/main" val="3571763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6EC0E0-0D4C-1F31-C216-6497B6F85696}"/>
              </a:ext>
            </a:extLst>
          </p:cNvPr>
          <p:cNvSpPr>
            <a:spLocks noGrp="1"/>
          </p:cNvSpPr>
          <p:nvPr>
            <p:ph type="title"/>
          </p:nvPr>
        </p:nvSpPr>
        <p:spPr>
          <a:xfrm>
            <a:off x="603760" y="266515"/>
            <a:ext cx="7057610" cy="545561"/>
          </a:xfrm>
        </p:spPr>
        <p:txBody>
          <a:bodyPr>
            <a:normAutofit fontScale="90000"/>
          </a:bodyPr>
          <a:lstStyle/>
          <a:p>
            <a:r>
              <a:rPr lang="en-US">
                <a:latin typeface="Arial"/>
                <a:ea typeface="黑体"/>
                <a:cs typeface="Arial"/>
              </a:rPr>
              <a:t>1.2</a:t>
            </a:r>
            <a:r>
              <a:rPr lang="en-US" sz="3600">
                <a:latin typeface="Arial"/>
                <a:ea typeface="黑体"/>
                <a:cs typeface="Arial"/>
              </a:rPr>
              <a:t> Components of the SIGNIFY</a:t>
            </a:r>
            <a:endParaRPr lang="zh-CN" altLang="en-US" sz="3600">
              <a:latin typeface="Arial"/>
              <a:ea typeface="黑体"/>
              <a:cs typeface="Arial"/>
            </a:endParaRPr>
          </a:p>
        </p:txBody>
      </p:sp>
      <p:sp>
        <p:nvSpPr>
          <p:cNvPr id="6" name="文本框 5">
            <a:extLst>
              <a:ext uri="{FF2B5EF4-FFF2-40B4-BE49-F238E27FC236}">
                <a16:creationId xmlns:a16="http://schemas.microsoft.com/office/drawing/2014/main" id="{8BE8145E-4384-2C4D-1BEE-4364ECA70497}"/>
              </a:ext>
            </a:extLst>
          </p:cNvPr>
          <p:cNvSpPr txBox="1"/>
          <p:nvPr/>
        </p:nvSpPr>
        <p:spPr>
          <a:xfrm>
            <a:off x="411614" y="974735"/>
            <a:ext cx="3963293"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a:solidFill>
                  <a:schemeClr val="accent1"/>
                </a:solidFill>
                <a:latin typeface="Arial"/>
                <a:cs typeface="Arial"/>
              </a:rPr>
              <a:t>Profile Page</a:t>
            </a:r>
            <a:endParaRPr lang="zh-CN" altLang="en-US" sz="2200" b="1">
              <a:solidFill>
                <a:schemeClr val="accent1"/>
              </a:solidFill>
              <a:latin typeface="Arial"/>
              <a:cs typeface="Arial"/>
            </a:endParaRPr>
          </a:p>
        </p:txBody>
      </p:sp>
      <p:pic>
        <p:nvPicPr>
          <p:cNvPr id="10" name="图片 9" descr="电脑萤幕&#10;&#10;已自动生成说明">
            <a:extLst>
              <a:ext uri="{FF2B5EF4-FFF2-40B4-BE49-F238E27FC236}">
                <a16:creationId xmlns:a16="http://schemas.microsoft.com/office/drawing/2014/main" id="{4FFA7BF6-0A5E-E7DB-0901-D7DB4B2338B1}"/>
              </a:ext>
            </a:extLst>
          </p:cNvPr>
          <p:cNvPicPr>
            <a:picLocks noChangeAspect="1"/>
          </p:cNvPicPr>
          <p:nvPr/>
        </p:nvPicPr>
        <p:blipFill>
          <a:blip r:embed="rId3"/>
          <a:stretch>
            <a:fillRect/>
          </a:stretch>
        </p:blipFill>
        <p:spPr>
          <a:xfrm>
            <a:off x="179789" y="663835"/>
            <a:ext cx="5432707" cy="5937091"/>
          </a:xfrm>
          <a:prstGeom prst="rect">
            <a:avLst/>
          </a:prstGeom>
        </p:spPr>
      </p:pic>
      <p:pic>
        <p:nvPicPr>
          <p:cNvPr id="11" name="图片 10" descr="图形用户界面, 应用程序&#10;&#10;已自动生成说明">
            <a:extLst>
              <a:ext uri="{FF2B5EF4-FFF2-40B4-BE49-F238E27FC236}">
                <a16:creationId xmlns:a16="http://schemas.microsoft.com/office/drawing/2014/main" id="{D1D576CE-FCE0-0179-5D45-67733CFA2EC5}"/>
              </a:ext>
            </a:extLst>
          </p:cNvPr>
          <p:cNvPicPr>
            <a:picLocks noChangeAspect="1"/>
          </p:cNvPicPr>
          <p:nvPr/>
        </p:nvPicPr>
        <p:blipFill>
          <a:blip r:embed="rId4"/>
          <a:stretch>
            <a:fillRect/>
          </a:stretch>
        </p:blipFill>
        <p:spPr>
          <a:xfrm>
            <a:off x="414897" y="1899964"/>
            <a:ext cx="4946220" cy="3058072"/>
          </a:xfrm>
          <a:prstGeom prst="rect">
            <a:avLst/>
          </a:prstGeom>
        </p:spPr>
      </p:pic>
      <p:sp>
        <p:nvSpPr>
          <p:cNvPr id="12" name="文本框 11">
            <a:extLst>
              <a:ext uri="{FF2B5EF4-FFF2-40B4-BE49-F238E27FC236}">
                <a16:creationId xmlns:a16="http://schemas.microsoft.com/office/drawing/2014/main" id="{B0171C38-6EC2-63C8-A5FA-D92C5DC4D60C}"/>
              </a:ext>
            </a:extLst>
          </p:cNvPr>
          <p:cNvSpPr txBox="1"/>
          <p:nvPr/>
        </p:nvSpPr>
        <p:spPr>
          <a:xfrm>
            <a:off x="5798326" y="2614618"/>
            <a:ext cx="346309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indent="266700"/>
            <a:r>
              <a:rPr lang="en-US" altLang="zh-CN">
                <a:solidFill>
                  <a:schemeClr val="tx1">
                    <a:lumMod val="75000"/>
                    <a:lumOff val="25000"/>
                  </a:schemeClr>
                </a:solidFill>
                <a:ea typeface="黑体"/>
                <a:cs typeface="Arial"/>
              </a:rPr>
              <a:t>The </a:t>
            </a:r>
            <a:r>
              <a:rPr lang="zh-CN" altLang="en-US">
                <a:solidFill>
                  <a:schemeClr val="tx1">
                    <a:lumMod val="75000"/>
                    <a:lumOff val="25000"/>
                  </a:schemeClr>
                </a:solidFill>
                <a:ea typeface="黑体"/>
                <a:cs typeface="Arial"/>
              </a:rPr>
              <a:t>“</a:t>
            </a:r>
            <a:r>
              <a:rPr lang="en-US" altLang="zh-CN">
                <a:solidFill>
                  <a:schemeClr val="tx1">
                    <a:lumMod val="75000"/>
                    <a:lumOff val="25000"/>
                  </a:schemeClr>
                </a:solidFill>
                <a:ea typeface="黑体"/>
                <a:cs typeface="Arial"/>
              </a:rPr>
              <a:t>Profile</a:t>
            </a:r>
            <a:r>
              <a:rPr lang="zh-CN" altLang="en-US">
                <a:solidFill>
                  <a:schemeClr val="tx1">
                    <a:lumMod val="75000"/>
                    <a:lumOff val="25000"/>
                  </a:schemeClr>
                </a:solidFill>
                <a:ea typeface="黑体"/>
                <a:cs typeface="Arial"/>
              </a:rPr>
              <a:t>”</a:t>
            </a:r>
            <a:r>
              <a:rPr lang="en-US" altLang="zh-CN">
                <a:solidFill>
                  <a:schemeClr val="tx1">
                    <a:lumMod val="75000"/>
                    <a:lumOff val="25000"/>
                  </a:schemeClr>
                </a:solidFill>
                <a:ea typeface="黑体"/>
                <a:cs typeface="Arial"/>
              </a:rPr>
              <a:t> page tracks each user’s learning progress, game performance, and practice milestones. Users can monitor their improvements, fostering a personalized learning experience.</a:t>
            </a:r>
            <a:endParaRPr lang="zh-CN" altLang="en-US"/>
          </a:p>
        </p:txBody>
      </p:sp>
    </p:spTree>
    <p:extLst>
      <p:ext uri="{BB962C8B-B14F-4D97-AF65-F5344CB8AC3E}">
        <p14:creationId xmlns:p14="http://schemas.microsoft.com/office/powerpoint/2010/main" val="1757293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a:solidFill>
                  <a:schemeClr val="tx1">
                    <a:lumMod val="75000"/>
                    <a:lumOff val="25000"/>
                  </a:schemeClr>
                </a:solidFill>
                <a:latin typeface="Arial"/>
                <a:ea typeface="黑体"/>
                <a:cs typeface="Arial"/>
                <a:sym typeface="+mn-ea"/>
              </a:rPr>
              <a:t>2 Business</a:t>
            </a:r>
            <a:r>
              <a:rPr lang="zh-CN" altLang="en-US">
                <a:solidFill>
                  <a:schemeClr val="tx1">
                    <a:lumMod val="75000"/>
                    <a:lumOff val="25000"/>
                  </a:schemeClr>
                </a:solidFill>
                <a:latin typeface="Arial"/>
                <a:ea typeface="黑体"/>
                <a:cs typeface="Arial"/>
                <a:sym typeface="+mn-ea"/>
              </a:rPr>
              <a:t> </a:t>
            </a:r>
            <a:r>
              <a:rPr lang="en-US">
                <a:solidFill>
                  <a:schemeClr val="tx1">
                    <a:lumMod val="75000"/>
                    <a:lumOff val="25000"/>
                  </a:schemeClr>
                </a:solidFill>
                <a:latin typeface="Arial"/>
                <a:ea typeface="黑体"/>
                <a:cs typeface="Arial"/>
                <a:sym typeface="+mn-ea"/>
              </a:rPr>
              <a:t>Case</a:t>
            </a:r>
          </a:p>
          <a:p>
            <a:r>
              <a:rPr lang="zh-CN" sz="2000">
                <a:solidFill>
                  <a:srgbClr val="FFFFFF"/>
                </a:solidFill>
                <a:latin typeface="Arial"/>
                <a:ea typeface="黑体"/>
                <a:cs typeface="Arial"/>
                <a:sym typeface="+mn-ea"/>
              </a:rPr>
              <a:t>usiness Case</a:t>
            </a:r>
            <a:endParaRPr lang="zh-CN" altLang="en-US">
              <a:solidFill>
                <a:schemeClr val="tx1">
                  <a:lumMod val="75000"/>
                  <a:lumOff val="25000"/>
                </a:schemeClr>
              </a:solidFill>
              <a:latin typeface="Arial"/>
              <a:ea typeface="黑体"/>
              <a:cs typeface="Arial"/>
            </a:endParaRPr>
          </a:p>
        </p:txBody>
      </p:sp>
      <p:sp>
        <p:nvSpPr>
          <p:cNvPr id="4" name="灯片编号占位符 3"/>
          <p:cNvSpPr>
            <a:spLocks noGrp="1"/>
          </p:cNvSpPr>
          <p:nvPr>
            <p:ph type="sldNum" sz="quarter" idx="4"/>
          </p:nvPr>
        </p:nvSpPr>
        <p:spPr/>
        <p:txBody>
          <a:bodyPr/>
          <a:lstStyle/>
          <a:p>
            <a:pPr algn="ctr"/>
            <a:r>
              <a:rPr lang="en-SG"/>
              <a:t>Page </a:t>
            </a:r>
            <a:fld id="{2F63C605-4FC6-46DE-BC90-871762EA3F52}" type="slidenum">
              <a:rPr lang="en-SG" smtClean="0"/>
              <a:t>10</a:t>
            </a:fld>
            <a:endParaRPr lang="en-SG"/>
          </a:p>
        </p:txBody>
      </p:sp>
      <p:cxnSp>
        <p:nvCxnSpPr>
          <p:cNvPr id="9" name="直接连接符 8">
            <a:extLst>
              <a:ext uri="{FF2B5EF4-FFF2-40B4-BE49-F238E27FC236}">
                <a16:creationId xmlns:a16="http://schemas.microsoft.com/office/drawing/2014/main" id="{4735CA17-8D89-92AC-2F18-133A6C26015B}"/>
              </a:ext>
            </a:extLst>
          </p:cNvPr>
          <p:cNvCxnSpPr>
            <a:stCxn id="2" idx="1"/>
            <a:endCxn id="2" idx="3"/>
          </p:cNvCxnSpPr>
          <p:nvPr/>
        </p:nvCxnSpPr>
        <p:spPr>
          <a:xfrm>
            <a:off x="1388466" y="2761433"/>
            <a:ext cx="7411601"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92C80EE2-6066-19FB-5C4C-61416963B9CE}"/>
              </a:ext>
            </a:extLst>
          </p:cNvPr>
          <p:cNvSpPr txBox="1"/>
          <p:nvPr/>
        </p:nvSpPr>
        <p:spPr>
          <a:xfrm>
            <a:off x="1388466" y="3414761"/>
            <a:ext cx="6039033" cy="3332772"/>
          </a:xfrm>
          <a:prstGeom prst="rect">
            <a:avLst/>
          </a:prstGeom>
          <a:noFill/>
        </p:spPr>
        <p:txBody>
          <a:bodyPr wrap="square" lIns="91440" tIns="45720" rIns="91440" bIns="45720" rtlCol="0" anchor="t">
            <a:spAutoFit/>
          </a:bodyPr>
          <a:lstStyle/>
          <a:p>
            <a:pPr marL="285750" indent="-285750">
              <a:lnSpc>
                <a:spcPct val="200000"/>
              </a:lnSpc>
              <a:buFont typeface="Wingdings" panose="05000000000000000000" pitchFamily="2" charset="2"/>
              <a:buChar char="Ø"/>
            </a:pPr>
            <a:r>
              <a:rPr lang="en-US">
                <a:solidFill>
                  <a:schemeClr val="tx1">
                    <a:lumMod val="75000"/>
                    <a:lumOff val="25000"/>
                  </a:schemeClr>
                </a:solidFill>
                <a:latin typeface="微软雅黑"/>
                <a:ea typeface="微软雅黑"/>
              </a:rPr>
              <a:t>Problem Statement</a:t>
            </a:r>
            <a:endParaRPr lang="en-US" altLang="zh-CN">
              <a:solidFill>
                <a:schemeClr val="tx1">
                  <a:lumMod val="75000"/>
                  <a:lumOff val="25000"/>
                </a:schemeClr>
              </a:solidFill>
              <a:latin typeface="微软雅黑"/>
              <a:ea typeface="微软雅黑"/>
            </a:endParaRPr>
          </a:p>
          <a:p>
            <a:pPr marL="285750" indent="-285750">
              <a:lnSpc>
                <a:spcPct val="200000"/>
              </a:lnSpc>
              <a:buFont typeface="Wingdings" panose="05000000000000000000" pitchFamily="2" charset="2"/>
              <a:buChar char="Ø"/>
            </a:pPr>
            <a:r>
              <a:rPr lang="en-US" altLang="zh-CN">
                <a:solidFill>
                  <a:schemeClr val="tx1">
                    <a:lumMod val="75000"/>
                    <a:lumOff val="25000"/>
                  </a:schemeClr>
                </a:solidFill>
                <a:latin typeface="微软雅黑"/>
                <a:ea typeface="微软雅黑"/>
              </a:rPr>
              <a:t>Market Research</a:t>
            </a:r>
          </a:p>
          <a:p>
            <a:pPr marL="285750" indent="-285750">
              <a:lnSpc>
                <a:spcPct val="200000"/>
              </a:lnSpc>
              <a:buFont typeface="Wingdings" panose="05000000000000000000" pitchFamily="2" charset="2"/>
              <a:buChar char="Ø"/>
            </a:pPr>
            <a:r>
              <a:rPr lang="en-US">
                <a:solidFill>
                  <a:schemeClr val="tx1">
                    <a:lumMod val="75000"/>
                    <a:lumOff val="25000"/>
                  </a:schemeClr>
                </a:solidFill>
                <a:latin typeface="微软雅黑"/>
                <a:ea typeface="微软雅黑"/>
              </a:rPr>
              <a:t>Proposed Solution</a:t>
            </a:r>
            <a:endParaRPr lang="en-US" altLang="zh-CN">
              <a:solidFill>
                <a:schemeClr val="tx1">
                  <a:lumMod val="75000"/>
                  <a:lumOff val="25000"/>
                </a:schemeClr>
              </a:solidFill>
              <a:latin typeface="微软雅黑"/>
              <a:ea typeface="微软雅黑"/>
            </a:endParaRPr>
          </a:p>
          <a:p>
            <a:pPr marL="285750" indent="-285750">
              <a:lnSpc>
                <a:spcPct val="200000"/>
              </a:lnSpc>
              <a:buFont typeface="Arial" panose="05000000000000000000" pitchFamily="2" charset="2"/>
              <a:buChar char="•"/>
            </a:pPr>
            <a:endParaRPr lang="en-US" altLang="zh-CN">
              <a:solidFill>
                <a:schemeClr val="tx1">
                  <a:lumMod val="75000"/>
                  <a:lumOff val="25000"/>
                </a:schemeClr>
              </a:solidFill>
              <a:latin typeface="微软雅黑"/>
              <a:ea typeface="微软雅黑"/>
            </a:endParaRPr>
          </a:p>
          <a:p>
            <a:pPr marL="285750" indent="-285750">
              <a:lnSpc>
                <a:spcPct val="200000"/>
              </a:lnSpc>
              <a:buFont typeface="Wingdings" panose="05000000000000000000" pitchFamily="2" charset="2"/>
              <a:buChar char="Ø"/>
            </a:pPr>
            <a:endParaRPr lang="en-US" altLang="zh-CN">
              <a:solidFill>
                <a:schemeClr val="tx1">
                  <a:lumMod val="75000"/>
                  <a:lumOff val="25000"/>
                </a:schemeClr>
              </a:solidFill>
              <a:latin typeface="微软雅黑"/>
              <a:ea typeface="微软雅黑"/>
            </a:endParaRPr>
          </a:p>
          <a:p>
            <a:pPr marL="285750" indent="-285750">
              <a:lnSpc>
                <a:spcPct val="200000"/>
              </a:lnSpc>
              <a:buFont typeface="Wingdings" panose="05000000000000000000" pitchFamily="2" charset="2"/>
              <a:buChar char="Ø"/>
            </a:pPr>
            <a:endParaRPr lang="en-US" altLang="zh-CN">
              <a:solidFill>
                <a:schemeClr val="tx1">
                  <a:lumMod val="75000"/>
                  <a:lumOff val="25000"/>
                </a:schemeClr>
              </a:solidFill>
              <a:latin typeface="微软雅黑"/>
              <a:ea typeface="微软雅黑"/>
            </a:endParaRPr>
          </a:p>
        </p:txBody>
      </p:sp>
    </p:spTree>
    <p:extLst>
      <p:ext uri="{BB962C8B-B14F-4D97-AF65-F5344CB8AC3E}">
        <p14:creationId xmlns:p14="http://schemas.microsoft.com/office/powerpoint/2010/main" val="1374594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6EC0E0-0D4C-1F31-C216-6497B6F85696}"/>
              </a:ext>
            </a:extLst>
          </p:cNvPr>
          <p:cNvSpPr>
            <a:spLocks noGrp="1"/>
          </p:cNvSpPr>
          <p:nvPr>
            <p:ph type="title"/>
          </p:nvPr>
        </p:nvSpPr>
        <p:spPr>
          <a:xfrm>
            <a:off x="603760" y="266515"/>
            <a:ext cx="7057610" cy="545561"/>
          </a:xfrm>
        </p:spPr>
        <p:txBody>
          <a:bodyPr>
            <a:normAutofit fontScale="90000"/>
          </a:bodyPr>
          <a:lstStyle/>
          <a:p>
            <a:r>
              <a:rPr lang="en-US" sz="3600">
                <a:latin typeface="Arial"/>
                <a:ea typeface="黑体"/>
                <a:cs typeface="Arial"/>
              </a:rPr>
              <a:t>2.1 Problem Statement</a:t>
            </a:r>
            <a:endParaRPr lang="zh-CN" altLang="en-US" sz="3600">
              <a:latin typeface="Arial"/>
              <a:ea typeface="黑体"/>
              <a:cs typeface="Arial"/>
            </a:endParaRPr>
          </a:p>
        </p:txBody>
      </p:sp>
      <p:sp>
        <p:nvSpPr>
          <p:cNvPr id="4" name="矩形 3">
            <a:extLst>
              <a:ext uri="{FF2B5EF4-FFF2-40B4-BE49-F238E27FC236}">
                <a16:creationId xmlns:a16="http://schemas.microsoft.com/office/drawing/2014/main" id="{3F05D70B-F401-3805-98AC-641257FD98C6}"/>
              </a:ext>
            </a:extLst>
          </p:cNvPr>
          <p:cNvSpPr/>
          <p:nvPr/>
        </p:nvSpPr>
        <p:spPr>
          <a:xfrm>
            <a:off x="226265" y="1710218"/>
            <a:ext cx="2683579" cy="42664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f-ZA" altLang="zh-CN" b="1">
              <a:solidFill>
                <a:srgbClr val="173F7E"/>
              </a:solidFill>
              <a:cs typeface="Arial"/>
            </a:endParaRPr>
          </a:p>
        </p:txBody>
      </p:sp>
      <p:sp>
        <p:nvSpPr>
          <p:cNvPr id="5" name="矩形 4">
            <a:extLst>
              <a:ext uri="{FF2B5EF4-FFF2-40B4-BE49-F238E27FC236}">
                <a16:creationId xmlns:a16="http://schemas.microsoft.com/office/drawing/2014/main" id="{831C444F-3BC8-ABF2-6A39-3338B01A86BB}"/>
              </a:ext>
            </a:extLst>
          </p:cNvPr>
          <p:cNvSpPr/>
          <p:nvPr/>
        </p:nvSpPr>
        <p:spPr>
          <a:xfrm>
            <a:off x="6191450" y="1688860"/>
            <a:ext cx="2700897" cy="427224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1B9DB7B2-055A-8496-9353-138D1A2E7708}"/>
              </a:ext>
            </a:extLst>
          </p:cNvPr>
          <p:cNvSpPr/>
          <p:nvPr/>
        </p:nvSpPr>
        <p:spPr>
          <a:xfrm>
            <a:off x="3219674" y="1689106"/>
            <a:ext cx="2700897" cy="430688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621CE13-917D-40FA-B7CD-AAC3BC80316A}"/>
              </a:ext>
            </a:extLst>
          </p:cNvPr>
          <p:cNvSpPr/>
          <p:nvPr/>
        </p:nvSpPr>
        <p:spPr>
          <a:xfrm>
            <a:off x="227336" y="1616619"/>
            <a:ext cx="644121" cy="1010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F3D0737A-19EA-B368-CBFB-8BD4840169C5}"/>
              </a:ext>
            </a:extLst>
          </p:cNvPr>
          <p:cNvSpPr/>
          <p:nvPr/>
        </p:nvSpPr>
        <p:spPr>
          <a:xfrm>
            <a:off x="6188618" y="1610304"/>
            <a:ext cx="644121" cy="1010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69BBCCC-A676-0DB4-F62F-462B1AD11100}"/>
              </a:ext>
            </a:extLst>
          </p:cNvPr>
          <p:cNvSpPr/>
          <p:nvPr/>
        </p:nvSpPr>
        <p:spPr>
          <a:xfrm>
            <a:off x="3226921" y="1610304"/>
            <a:ext cx="644121" cy="1010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形 10" descr="博客 轮廓">
            <a:extLst>
              <a:ext uri="{FF2B5EF4-FFF2-40B4-BE49-F238E27FC236}">
                <a16:creationId xmlns:a16="http://schemas.microsoft.com/office/drawing/2014/main" id="{38074137-5BDD-2421-F86B-C752D20AC04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24396" y="1670927"/>
            <a:ext cx="800732" cy="813363"/>
          </a:xfrm>
          <a:prstGeom prst="rect">
            <a:avLst/>
          </a:prstGeom>
        </p:spPr>
      </p:pic>
      <p:pic>
        <p:nvPicPr>
          <p:cNvPr id="12" name="图形 11" descr="会议室 轮廓">
            <a:extLst>
              <a:ext uri="{FF2B5EF4-FFF2-40B4-BE49-F238E27FC236}">
                <a16:creationId xmlns:a16="http://schemas.microsoft.com/office/drawing/2014/main" id="{7E7F4F8D-3CBF-AB2C-F11D-073DFDD9ED9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8758" y="1618040"/>
            <a:ext cx="914400" cy="914400"/>
          </a:xfrm>
          <a:prstGeom prst="rect">
            <a:avLst/>
          </a:prstGeom>
        </p:spPr>
      </p:pic>
      <p:pic>
        <p:nvPicPr>
          <p:cNvPr id="13" name="图形 12" descr="书籍 轮廓">
            <a:extLst>
              <a:ext uri="{FF2B5EF4-FFF2-40B4-BE49-F238E27FC236}">
                <a16:creationId xmlns:a16="http://schemas.microsoft.com/office/drawing/2014/main" id="{2A35FEBE-C06A-BC8A-5427-0FE9EB3146B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82395" y="1754600"/>
            <a:ext cx="661804" cy="712323"/>
          </a:xfrm>
          <a:prstGeom prst="rect">
            <a:avLst/>
          </a:prstGeom>
        </p:spPr>
      </p:pic>
      <p:sp>
        <p:nvSpPr>
          <p:cNvPr id="16" name="文本框 15">
            <a:extLst>
              <a:ext uri="{FF2B5EF4-FFF2-40B4-BE49-F238E27FC236}">
                <a16:creationId xmlns:a16="http://schemas.microsoft.com/office/drawing/2014/main" id="{5B14255F-1176-3396-31DC-4CF456247645}"/>
              </a:ext>
            </a:extLst>
          </p:cNvPr>
          <p:cNvSpPr txBox="1"/>
          <p:nvPr/>
        </p:nvSpPr>
        <p:spPr>
          <a:xfrm>
            <a:off x="1015439" y="1931102"/>
            <a:ext cx="27432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1600" b="1">
                <a:solidFill>
                  <a:srgbClr val="173F7E"/>
                </a:solidFill>
                <a:ea typeface="黑体"/>
                <a:cs typeface="Arial"/>
              </a:rPr>
              <a:t>In-Person Classes</a:t>
            </a:r>
            <a:endParaRPr lang="en-US" altLang="zh-CN" sz="1600">
              <a:solidFill>
                <a:srgbClr val="173F7E"/>
              </a:solidFill>
              <a:ea typeface="黑体"/>
            </a:endParaRPr>
          </a:p>
        </p:txBody>
      </p:sp>
      <p:sp>
        <p:nvSpPr>
          <p:cNvPr id="17" name="文本框 16">
            <a:extLst>
              <a:ext uri="{FF2B5EF4-FFF2-40B4-BE49-F238E27FC236}">
                <a16:creationId xmlns:a16="http://schemas.microsoft.com/office/drawing/2014/main" id="{447FFD7F-4E70-6DE6-95B1-E24E3858EC99}"/>
              </a:ext>
            </a:extLst>
          </p:cNvPr>
          <p:cNvSpPr txBox="1"/>
          <p:nvPr/>
        </p:nvSpPr>
        <p:spPr>
          <a:xfrm>
            <a:off x="4128693" y="1943732"/>
            <a:ext cx="27432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1600" b="1">
                <a:solidFill>
                  <a:srgbClr val="173F7E"/>
                </a:solidFill>
                <a:ea typeface="黑体"/>
                <a:cs typeface="Arial"/>
              </a:rPr>
              <a:t>Online Tutorials</a:t>
            </a:r>
          </a:p>
        </p:txBody>
      </p:sp>
      <p:sp>
        <p:nvSpPr>
          <p:cNvPr id="18" name="文本框 17">
            <a:extLst>
              <a:ext uri="{FF2B5EF4-FFF2-40B4-BE49-F238E27FC236}">
                <a16:creationId xmlns:a16="http://schemas.microsoft.com/office/drawing/2014/main" id="{259E6D3D-0125-420A-7BF8-9CCA5BF0187F}"/>
              </a:ext>
            </a:extLst>
          </p:cNvPr>
          <p:cNvSpPr txBox="1"/>
          <p:nvPr/>
        </p:nvSpPr>
        <p:spPr>
          <a:xfrm>
            <a:off x="7143172" y="1814946"/>
            <a:ext cx="220633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1600" b="1">
                <a:solidFill>
                  <a:srgbClr val="173F7E"/>
                </a:solidFill>
                <a:ea typeface="黑体"/>
                <a:cs typeface="Arial"/>
              </a:rPr>
              <a:t>Books/Printed Materials</a:t>
            </a:r>
            <a:endParaRPr lang="zh-CN" altLang="en-US" sz="1600" b="1">
              <a:solidFill>
                <a:srgbClr val="173F7E"/>
              </a:solidFill>
              <a:ea typeface="黑体"/>
              <a:cs typeface="Arial"/>
            </a:endParaRPr>
          </a:p>
        </p:txBody>
      </p:sp>
      <p:sp>
        <p:nvSpPr>
          <p:cNvPr id="19" name="文本框 18">
            <a:extLst>
              <a:ext uri="{FF2B5EF4-FFF2-40B4-BE49-F238E27FC236}">
                <a16:creationId xmlns:a16="http://schemas.microsoft.com/office/drawing/2014/main" id="{3BBFDBF7-8FDA-6B25-DF01-83C635733D57}"/>
              </a:ext>
            </a:extLst>
          </p:cNvPr>
          <p:cNvSpPr txBox="1"/>
          <p:nvPr/>
        </p:nvSpPr>
        <p:spPr>
          <a:xfrm>
            <a:off x="273628" y="2651992"/>
            <a:ext cx="2673927"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1400">
                <a:ea typeface="黑体"/>
              </a:rPr>
              <a:t>Although these are highly effective due to direct interaction with instructors, they are often expensive and require consistent time commitments. Many people are unable to attend due to busy schedules or geographic limitations, and they wouldn't be willing to pay the high cost of learning sign language if they didn't have a disabled person around them.</a:t>
            </a:r>
            <a:endParaRPr lang="zh-CN" altLang="en-US" sz="1400">
              <a:ea typeface="黑体"/>
            </a:endParaRPr>
          </a:p>
        </p:txBody>
      </p:sp>
      <p:sp>
        <p:nvSpPr>
          <p:cNvPr id="20" name="文本框 19">
            <a:extLst>
              <a:ext uri="{FF2B5EF4-FFF2-40B4-BE49-F238E27FC236}">
                <a16:creationId xmlns:a16="http://schemas.microsoft.com/office/drawing/2014/main" id="{B51ACD9C-4CF4-495D-7EF4-32B2BC37138E}"/>
              </a:ext>
            </a:extLst>
          </p:cNvPr>
          <p:cNvSpPr txBox="1"/>
          <p:nvPr/>
        </p:nvSpPr>
        <p:spPr>
          <a:xfrm>
            <a:off x="3319317" y="2649681"/>
            <a:ext cx="2505364"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1400">
                <a:ea typeface="黑体"/>
              </a:rPr>
              <a:t>Platforms such as YouTube or dedicated sign language websites provide some flexibility in learning. However, they generally lack real-time feedback, making it difficult for learners to know if they are performing the signs correctly. Without guided practice, learners often struggle to apply the signs in real-life situations.</a:t>
            </a:r>
            <a:endParaRPr lang="zh-CN" altLang="en-US" sz="1400">
              <a:ea typeface="黑体"/>
            </a:endParaRPr>
          </a:p>
        </p:txBody>
      </p:sp>
      <p:sp>
        <p:nvSpPr>
          <p:cNvPr id="21" name="文本框 20">
            <a:extLst>
              <a:ext uri="{FF2B5EF4-FFF2-40B4-BE49-F238E27FC236}">
                <a16:creationId xmlns:a16="http://schemas.microsoft.com/office/drawing/2014/main" id="{0F46E725-A576-FA02-4C79-F483F3E70230}"/>
              </a:ext>
            </a:extLst>
          </p:cNvPr>
          <p:cNvSpPr txBox="1"/>
          <p:nvPr/>
        </p:nvSpPr>
        <p:spPr>
          <a:xfrm>
            <a:off x="6286499" y="2649681"/>
            <a:ext cx="2643909" cy="36009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mn-lt"/>
                <a:cs typeface="+mn-lt"/>
              </a:rPr>
              <a:t>While these provide a static reference, they cannot adequately demonstrate the dynamic nature of sign language, such as the flow and movement of signs, which are crucial aspects of communication. This limits the effectiveness of learning from books alone. These existing methods lack interactivity, real-time feedback, and flexibility, which are crucial for retaining and applying sign language in practical settings. </a:t>
            </a:r>
            <a:endParaRPr lang="en-US" altLang="zh-CN" sz="1400">
              <a:cs typeface="Arial"/>
            </a:endParaRPr>
          </a:p>
          <a:p>
            <a:endParaRPr lang="zh-CN"/>
          </a:p>
        </p:txBody>
      </p:sp>
    </p:spTree>
    <p:extLst>
      <p:ext uri="{BB962C8B-B14F-4D97-AF65-F5344CB8AC3E}">
        <p14:creationId xmlns:p14="http://schemas.microsoft.com/office/powerpoint/2010/main" val="111976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6EC0E0-0D4C-1F31-C216-6497B6F85696}"/>
              </a:ext>
            </a:extLst>
          </p:cNvPr>
          <p:cNvSpPr>
            <a:spLocks noGrp="1"/>
          </p:cNvSpPr>
          <p:nvPr>
            <p:ph type="title"/>
          </p:nvPr>
        </p:nvSpPr>
        <p:spPr>
          <a:xfrm>
            <a:off x="603760" y="266515"/>
            <a:ext cx="7057610" cy="545561"/>
          </a:xfrm>
        </p:spPr>
        <p:txBody>
          <a:bodyPr>
            <a:normAutofit fontScale="90000"/>
          </a:bodyPr>
          <a:lstStyle/>
          <a:p>
            <a:r>
              <a:rPr lang="en-US" sz="3600">
                <a:latin typeface="Arial"/>
                <a:ea typeface="黑体"/>
                <a:cs typeface="Arial"/>
              </a:rPr>
              <a:t>2.2 Proposed Solution</a:t>
            </a:r>
            <a:endParaRPr lang="zh-CN" altLang="en-US" sz="3600">
              <a:latin typeface="Arial"/>
              <a:ea typeface="黑体"/>
              <a:cs typeface="Arial"/>
            </a:endParaRPr>
          </a:p>
        </p:txBody>
      </p:sp>
      <p:sp>
        <p:nvSpPr>
          <p:cNvPr id="3" name="矩形 2">
            <a:extLst>
              <a:ext uri="{FF2B5EF4-FFF2-40B4-BE49-F238E27FC236}">
                <a16:creationId xmlns:a16="http://schemas.microsoft.com/office/drawing/2014/main" id="{F9DBBC4F-FF86-1C7C-DA25-EE09B08E6906}"/>
              </a:ext>
            </a:extLst>
          </p:cNvPr>
          <p:cNvSpPr/>
          <p:nvPr/>
        </p:nvSpPr>
        <p:spPr>
          <a:xfrm flipH="1">
            <a:off x="4553053" y="1004070"/>
            <a:ext cx="18947" cy="54813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161F895-DD30-2BB7-62C8-9E6CB02DC849}"/>
              </a:ext>
            </a:extLst>
          </p:cNvPr>
          <p:cNvSpPr txBox="1"/>
          <p:nvPr/>
        </p:nvSpPr>
        <p:spPr>
          <a:xfrm>
            <a:off x="5669533" y="88914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2000" b="1">
                <a:solidFill>
                  <a:srgbClr val="173F7E"/>
                </a:solidFill>
                <a:ea typeface="黑体"/>
                <a:cs typeface="Arial"/>
              </a:rPr>
              <a:t>Target User</a:t>
            </a:r>
          </a:p>
        </p:txBody>
      </p:sp>
      <p:sp>
        <p:nvSpPr>
          <p:cNvPr id="6" name="文本框 5">
            <a:extLst>
              <a:ext uri="{FF2B5EF4-FFF2-40B4-BE49-F238E27FC236}">
                <a16:creationId xmlns:a16="http://schemas.microsoft.com/office/drawing/2014/main" id="{3284DAF9-95CF-E7BA-DF0D-9A828168B77B}"/>
              </a:ext>
            </a:extLst>
          </p:cNvPr>
          <p:cNvSpPr txBox="1"/>
          <p:nvPr/>
        </p:nvSpPr>
        <p:spPr>
          <a:xfrm>
            <a:off x="4589682" y="1091218"/>
            <a:ext cx="4555581" cy="5509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ltLang="zh-CN" sz="1600" b="1">
              <a:ea typeface="黑体"/>
            </a:endParaRPr>
          </a:p>
          <a:p>
            <a:r>
              <a:rPr lang="en-US" altLang="zh-CN" sz="1600" b="1">
                <a:ea typeface="黑体"/>
              </a:rPr>
              <a:t>Individuals Interested in Learning Sign Language</a:t>
            </a:r>
            <a:endParaRPr lang="en-US" altLang="zh-CN" sz="1600">
              <a:ea typeface="黑体"/>
              <a:cs typeface="Arial"/>
            </a:endParaRPr>
          </a:p>
          <a:p>
            <a:pPr lvl="1">
              <a:buFont typeface="Courier New"/>
              <a:buChar char="o"/>
            </a:pPr>
            <a:r>
              <a:rPr lang="en-US" altLang="zh-CN" sz="1600">
                <a:ea typeface="黑体"/>
              </a:rPr>
              <a:t>Students, educators, and adults who wish to communicate effectively with the deaf community.</a:t>
            </a:r>
          </a:p>
          <a:p>
            <a:r>
              <a:rPr lang="en-US" altLang="zh-CN" sz="1600" b="1">
                <a:ea typeface="黑体"/>
              </a:rPr>
              <a:t>Parents of Hearing-Impaired Children</a:t>
            </a:r>
            <a:endParaRPr lang="en-US" altLang="zh-CN" sz="1600">
              <a:ea typeface="黑体"/>
              <a:cs typeface="Arial"/>
            </a:endParaRPr>
          </a:p>
          <a:p>
            <a:pPr lvl="1">
              <a:buFont typeface="Courier New"/>
              <a:buChar char="o"/>
            </a:pPr>
            <a:r>
              <a:rPr lang="en-US" altLang="zh-CN" sz="1600">
                <a:ea typeface="黑体"/>
              </a:rPr>
              <a:t>Helps parents engage and communicate better with their children through sign language.</a:t>
            </a:r>
            <a:endParaRPr lang="en-US" altLang="zh-CN" sz="1600">
              <a:ea typeface="黑体"/>
              <a:cs typeface="Arial"/>
            </a:endParaRPr>
          </a:p>
          <a:p>
            <a:r>
              <a:rPr lang="en-US" altLang="zh-CN" sz="1600" b="1">
                <a:ea typeface="黑体"/>
              </a:rPr>
              <a:t>Educators and Support Staff</a:t>
            </a:r>
            <a:endParaRPr lang="en-US" altLang="zh-CN" sz="1600">
              <a:ea typeface="黑体"/>
              <a:cs typeface="Arial"/>
            </a:endParaRPr>
          </a:p>
          <a:p>
            <a:pPr lvl="1">
              <a:buFont typeface="Courier New"/>
              <a:buChar char="o"/>
            </a:pPr>
            <a:r>
              <a:rPr lang="en-US" altLang="zh-CN" sz="1600">
                <a:ea typeface="黑体"/>
              </a:rPr>
              <a:t> Enables teachers and caregivers to incorporate sign language, enhancing inclusivity in educational settings.</a:t>
            </a:r>
            <a:endParaRPr lang="en-US" altLang="zh-CN" sz="1600">
              <a:ea typeface="黑体"/>
              <a:cs typeface="Arial"/>
            </a:endParaRPr>
          </a:p>
          <a:p>
            <a:r>
              <a:rPr lang="en-US" altLang="zh-CN" sz="1600" b="1">
                <a:ea typeface="黑体"/>
              </a:rPr>
              <a:t>Organizations and Community Groups</a:t>
            </a:r>
            <a:endParaRPr lang="en-US" altLang="zh-CN" sz="1600">
              <a:ea typeface="黑体"/>
              <a:cs typeface="Arial"/>
            </a:endParaRPr>
          </a:p>
          <a:p>
            <a:pPr lvl="1">
              <a:buFont typeface="Courier New"/>
              <a:buChar char="o"/>
            </a:pPr>
            <a:r>
              <a:rPr lang="en-US" altLang="zh-CN" sz="1600">
                <a:ea typeface="黑体"/>
              </a:rPr>
              <a:t> A resource for training programs and workshops, promoting inclusion within the community.</a:t>
            </a:r>
            <a:endParaRPr lang="en-US" altLang="zh-CN" sz="1600">
              <a:ea typeface="黑体"/>
              <a:cs typeface="Arial"/>
            </a:endParaRPr>
          </a:p>
          <a:p>
            <a:r>
              <a:rPr lang="en-US" altLang="zh-CN" sz="1600" b="1">
                <a:ea typeface="黑体"/>
              </a:rPr>
              <a:t>General Public</a:t>
            </a:r>
            <a:endParaRPr lang="en-US" altLang="zh-CN" sz="1600">
              <a:ea typeface="黑体"/>
              <a:cs typeface="Arial"/>
            </a:endParaRPr>
          </a:p>
          <a:p>
            <a:pPr lvl="1">
              <a:buFont typeface="Courier New"/>
              <a:buChar char="o"/>
            </a:pPr>
            <a:r>
              <a:rPr lang="en-US" altLang="zh-CN" sz="1600">
                <a:ea typeface="黑体"/>
              </a:rPr>
              <a:t>Raises awareness and understanding of sign language, fostering empathy and social inclusion.</a:t>
            </a:r>
            <a:endParaRPr lang="en-US" altLang="zh-CN" sz="1600">
              <a:ea typeface="黑体"/>
              <a:cs typeface="Arial"/>
            </a:endParaRPr>
          </a:p>
        </p:txBody>
      </p:sp>
      <p:pic>
        <p:nvPicPr>
          <p:cNvPr id="7" name="图形 6" descr="Ui Ux 纯色填充">
            <a:extLst>
              <a:ext uri="{FF2B5EF4-FFF2-40B4-BE49-F238E27FC236}">
                <a16:creationId xmlns:a16="http://schemas.microsoft.com/office/drawing/2014/main" id="{D2FEB08C-E64F-140B-D2A3-66604EC5F4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71552" y="704744"/>
            <a:ext cx="813362" cy="775472"/>
          </a:xfrm>
          <a:prstGeom prst="rect">
            <a:avLst/>
          </a:prstGeom>
        </p:spPr>
      </p:pic>
      <p:sp>
        <p:nvSpPr>
          <p:cNvPr id="8" name="文本框 7">
            <a:extLst>
              <a:ext uri="{FF2B5EF4-FFF2-40B4-BE49-F238E27FC236}">
                <a16:creationId xmlns:a16="http://schemas.microsoft.com/office/drawing/2014/main" id="{538A515E-6409-6F45-9860-8231859D7C7F}"/>
              </a:ext>
            </a:extLst>
          </p:cNvPr>
          <p:cNvSpPr txBox="1"/>
          <p:nvPr/>
        </p:nvSpPr>
        <p:spPr>
          <a:xfrm>
            <a:off x="1078588" y="88914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2000" b="1">
                <a:solidFill>
                  <a:srgbClr val="173F7E"/>
                </a:solidFill>
                <a:ea typeface="黑体"/>
                <a:cs typeface="Arial"/>
              </a:rPr>
              <a:t>Signify Key Feature</a:t>
            </a:r>
          </a:p>
        </p:txBody>
      </p:sp>
      <p:pic>
        <p:nvPicPr>
          <p:cNvPr id="9" name="图形 8" descr="便携式计算机 纯色填充">
            <a:extLst>
              <a:ext uri="{FF2B5EF4-FFF2-40B4-BE49-F238E27FC236}">
                <a16:creationId xmlns:a16="http://schemas.microsoft.com/office/drawing/2014/main" id="{DB85C582-3BAA-995B-7E04-5E4107606F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9032" y="635280"/>
            <a:ext cx="914400" cy="914400"/>
          </a:xfrm>
          <a:prstGeom prst="rect">
            <a:avLst/>
          </a:prstGeom>
        </p:spPr>
      </p:pic>
      <p:sp>
        <p:nvSpPr>
          <p:cNvPr id="10" name="文本框 9">
            <a:extLst>
              <a:ext uri="{FF2B5EF4-FFF2-40B4-BE49-F238E27FC236}">
                <a16:creationId xmlns:a16="http://schemas.microsoft.com/office/drawing/2014/main" id="{F6CCBAD1-ADCA-1458-68D6-65275D3C1383}"/>
              </a:ext>
            </a:extLst>
          </p:cNvPr>
          <p:cNvSpPr txBox="1"/>
          <p:nvPr/>
        </p:nvSpPr>
        <p:spPr>
          <a:xfrm>
            <a:off x="150295" y="1716394"/>
            <a:ext cx="4549267" cy="46782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1600" b="1">
                <a:ea typeface="黑体"/>
              </a:rPr>
              <a:t>Real-time Feedback</a:t>
            </a:r>
            <a:endParaRPr lang="zh-CN" altLang="en-US" sz="1600">
              <a:cs typeface="Arial"/>
            </a:endParaRPr>
          </a:p>
          <a:p>
            <a:pPr lvl="1">
              <a:buFont typeface="Courier New"/>
              <a:buChar char="o"/>
            </a:pPr>
            <a:r>
              <a:rPr lang="en-US" altLang="zh-CN" sz="1600">
                <a:ea typeface="黑体"/>
              </a:rPr>
              <a:t>AI-powered gesture recognition provides instant corrections, ensuring accurate practice and effective learning.</a:t>
            </a:r>
            <a:endParaRPr lang="en-US" sz="1600">
              <a:cs typeface="Arial"/>
            </a:endParaRPr>
          </a:p>
          <a:p>
            <a:r>
              <a:rPr lang="en-US" altLang="zh-CN" sz="1600" b="1">
                <a:ea typeface="黑体"/>
              </a:rPr>
              <a:t>Gamification</a:t>
            </a:r>
            <a:endParaRPr lang="en-US" altLang="zh-CN" sz="1600">
              <a:ea typeface="黑体"/>
              <a:cs typeface="Arial"/>
            </a:endParaRPr>
          </a:p>
          <a:p>
            <a:pPr lvl="1">
              <a:buFont typeface="Courier New"/>
              <a:buChar char="o"/>
            </a:pPr>
            <a:r>
              <a:rPr lang="en-US" altLang="zh-CN">
                <a:ea typeface="黑体"/>
              </a:rPr>
              <a:t> </a:t>
            </a:r>
            <a:r>
              <a:rPr lang="en-US" altLang="zh-CN" sz="1600">
                <a:ea typeface="黑体"/>
              </a:rPr>
              <a:t>Achievements and progress tracking keep users motivated and engaged, addressing the challenge of low engagement in traditional learning methods.</a:t>
            </a:r>
            <a:endParaRPr lang="en-US" altLang="zh-CN" sz="1600">
              <a:ea typeface="黑体"/>
              <a:cs typeface="Arial"/>
            </a:endParaRPr>
          </a:p>
          <a:p>
            <a:r>
              <a:rPr lang="en-US" altLang="zh-CN" sz="1600" b="1">
                <a:ea typeface="黑体"/>
              </a:rPr>
              <a:t>Flexible &amp; Accessible</a:t>
            </a:r>
            <a:endParaRPr lang="en-US" altLang="zh-CN" sz="1600">
              <a:ea typeface="黑体"/>
              <a:cs typeface="Arial"/>
            </a:endParaRPr>
          </a:p>
          <a:p>
            <a:pPr lvl="1">
              <a:buFont typeface="Courier New"/>
              <a:buChar char="o"/>
            </a:pPr>
            <a:r>
              <a:rPr lang="en-US" altLang="zh-CN" sz="1600">
                <a:ea typeface="黑体"/>
              </a:rPr>
              <a:t>Learn anytime, anywhere, overcoming time and geographical limitations of in-person classes.</a:t>
            </a:r>
            <a:endParaRPr lang="en-US" altLang="zh-CN" sz="1600">
              <a:ea typeface="黑体"/>
              <a:cs typeface="Arial"/>
            </a:endParaRPr>
          </a:p>
          <a:p>
            <a:r>
              <a:rPr lang="en-US" altLang="zh-CN" sz="1600" b="1">
                <a:ea typeface="黑体"/>
              </a:rPr>
              <a:t>Cost-effective</a:t>
            </a:r>
            <a:endParaRPr lang="en-US" altLang="zh-CN" sz="1600">
              <a:ea typeface="黑体"/>
              <a:cs typeface="Arial"/>
            </a:endParaRPr>
          </a:p>
          <a:p>
            <a:pPr lvl="1">
              <a:buFont typeface="Courier New"/>
              <a:buChar char="o"/>
            </a:pPr>
            <a:r>
              <a:rPr lang="en-US" altLang="zh-CN" sz="1600">
                <a:ea typeface="黑体"/>
              </a:rPr>
              <a:t>An affordable solution that democratizes access to sign language education, especially for regions with limited resources.</a:t>
            </a:r>
            <a:endParaRPr lang="en-US" altLang="zh-CN" sz="1600">
              <a:ea typeface="黑体"/>
              <a:cs typeface="Arial"/>
            </a:endParaRPr>
          </a:p>
        </p:txBody>
      </p:sp>
    </p:spTree>
    <p:extLst>
      <p:ext uri="{BB962C8B-B14F-4D97-AF65-F5344CB8AC3E}">
        <p14:creationId xmlns:p14="http://schemas.microsoft.com/office/powerpoint/2010/main" val="4062550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6EC0E0-0D4C-1F31-C216-6497B6F85696}"/>
              </a:ext>
            </a:extLst>
          </p:cNvPr>
          <p:cNvSpPr>
            <a:spLocks noGrp="1"/>
          </p:cNvSpPr>
          <p:nvPr>
            <p:ph type="title"/>
          </p:nvPr>
        </p:nvSpPr>
        <p:spPr>
          <a:xfrm>
            <a:off x="603760" y="266515"/>
            <a:ext cx="7057610" cy="545561"/>
          </a:xfrm>
        </p:spPr>
        <p:txBody>
          <a:bodyPr>
            <a:normAutofit fontScale="90000"/>
          </a:bodyPr>
          <a:lstStyle/>
          <a:p>
            <a:r>
              <a:rPr lang="en-US" sz="3600">
                <a:latin typeface="Arial"/>
                <a:ea typeface="黑体"/>
                <a:cs typeface="Arial"/>
              </a:rPr>
              <a:t>2.3 Market Research</a:t>
            </a:r>
            <a:endParaRPr lang="zh-CN" altLang="en-US" sz="3600">
              <a:latin typeface="Arial"/>
              <a:ea typeface="黑体"/>
              <a:cs typeface="Arial"/>
            </a:endParaRPr>
          </a:p>
        </p:txBody>
      </p:sp>
      <p:sp>
        <p:nvSpPr>
          <p:cNvPr id="5" name="矩形: 圆角 4">
            <a:extLst>
              <a:ext uri="{FF2B5EF4-FFF2-40B4-BE49-F238E27FC236}">
                <a16:creationId xmlns:a16="http://schemas.microsoft.com/office/drawing/2014/main" id="{0022D1A3-46F4-04F3-93DC-04843D02969B}"/>
              </a:ext>
            </a:extLst>
          </p:cNvPr>
          <p:cNvSpPr/>
          <p:nvPr/>
        </p:nvSpPr>
        <p:spPr>
          <a:xfrm>
            <a:off x="688097" y="4558203"/>
            <a:ext cx="7886700" cy="1266959"/>
          </a:xfrm>
          <a:prstGeom prst="roundRect">
            <a:avLst>
              <a:gd name="adj" fmla="val 10000"/>
            </a:avLst>
          </a:prstGeom>
          <a:solidFill>
            <a:schemeClr val="accent1">
              <a:lumMod val="50000"/>
            </a:schemeClr>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zh-CN" altLang="en-US"/>
          </a:p>
        </p:txBody>
      </p:sp>
      <p:sp>
        <p:nvSpPr>
          <p:cNvPr id="7" name="矩形: 圆角 6">
            <a:extLst>
              <a:ext uri="{FF2B5EF4-FFF2-40B4-BE49-F238E27FC236}">
                <a16:creationId xmlns:a16="http://schemas.microsoft.com/office/drawing/2014/main" id="{489EB780-6507-BD3E-2CC8-6B0461FFFFFE}"/>
              </a:ext>
            </a:extLst>
          </p:cNvPr>
          <p:cNvSpPr/>
          <p:nvPr/>
        </p:nvSpPr>
        <p:spPr>
          <a:xfrm>
            <a:off x="688097" y="2930173"/>
            <a:ext cx="7886700" cy="1328687"/>
          </a:xfrm>
          <a:prstGeom prst="roundRect">
            <a:avLst>
              <a:gd name="adj" fmla="val 10000"/>
            </a:avLst>
          </a:prstGeom>
          <a:solidFill>
            <a:schemeClr val="accent1">
              <a:lumMod val="75000"/>
            </a:schemeClr>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zh-CN" altLang="en-US"/>
          </a:p>
        </p:txBody>
      </p:sp>
      <p:sp>
        <p:nvSpPr>
          <p:cNvPr id="9" name="矩形: 圆角 8">
            <a:extLst>
              <a:ext uri="{FF2B5EF4-FFF2-40B4-BE49-F238E27FC236}">
                <a16:creationId xmlns:a16="http://schemas.microsoft.com/office/drawing/2014/main" id="{7578DEED-1018-107F-4410-36940CE2D39C}"/>
              </a:ext>
            </a:extLst>
          </p:cNvPr>
          <p:cNvSpPr/>
          <p:nvPr/>
        </p:nvSpPr>
        <p:spPr>
          <a:xfrm>
            <a:off x="688097" y="1427873"/>
            <a:ext cx="7886700" cy="1266959"/>
          </a:xfrm>
          <a:prstGeom prst="roundRect">
            <a:avLst>
              <a:gd name="adj" fmla="val 10000"/>
            </a:avLst>
          </a:prstGeom>
          <a:solidFill>
            <a:schemeClr val="accent1"/>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zh-CN" altLang="en-US"/>
          </a:p>
        </p:txBody>
      </p:sp>
      <p:sp>
        <p:nvSpPr>
          <p:cNvPr id="11" name="文本框 10">
            <a:extLst>
              <a:ext uri="{FF2B5EF4-FFF2-40B4-BE49-F238E27FC236}">
                <a16:creationId xmlns:a16="http://schemas.microsoft.com/office/drawing/2014/main" id="{725E7771-5405-57AA-B140-96F1DCA87786}"/>
              </a:ext>
            </a:extLst>
          </p:cNvPr>
          <p:cNvSpPr txBox="1"/>
          <p:nvPr/>
        </p:nvSpPr>
        <p:spPr>
          <a:xfrm>
            <a:off x="2068392" y="1427694"/>
            <a:ext cx="6372242" cy="1231106"/>
          </a:xfrm>
          <a:prstGeom prst="rect">
            <a:avLst/>
          </a:prstGeom>
          <a:noFill/>
        </p:spPr>
        <p:txBody>
          <a:bodyPr wrap="square" lIns="91440" tIns="45720" rIns="91440" bIns="45720" anchor="t">
            <a:spAutoFit/>
          </a:bodyPr>
          <a:lstStyle/>
          <a:p>
            <a:pPr algn="just"/>
            <a:r>
              <a:rPr lang="en-US" kern="100">
                <a:solidFill>
                  <a:schemeClr val="bg1"/>
                </a:solidFill>
                <a:ea typeface="+mn-lt"/>
                <a:cs typeface="+mn-lt"/>
              </a:rPr>
              <a:t>Government Investment</a:t>
            </a:r>
            <a:endParaRPr lang="zh-CN" altLang="en-US">
              <a:solidFill>
                <a:schemeClr val="bg1"/>
              </a:solidFill>
            </a:endParaRPr>
          </a:p>
          <a:p>
            <a:pPr algn="just"/>
            <a:r>
              <a:rPr lang="en-US" sz="1400" kern="100">
                <a:solidFill>
                  <a:schemeClr val="bg1"/>
                </a:solidFill>
                <a:ea typeface="+mn-lt"/>
                <a:cs typeface="+mn-lt"/>
              </a:rPr>
              <a:t>Worldwide, governments allocate </a:t>
            </a:r>
            <a:r>
              <a:rPr lang="en-US" sz="1400" b="1" kern="100">
                <a:solidFill>
                  <a:schemeClr val="bg1"/>
                </a:solidFill>
                <a:ea typeface="+mn-lt"/>
                <a:cs typeface="+mn-lt"/>
              </a:rPr>
              <a:t>1-2% of GDP</a:t>
            </a:r>
            <a:r>
              <a:rPr lang="en-US" sz="1400" kern="100">
                <a:solidFill>
                  <a:schemeClr val="bg1"/>
                </a:solidFill>
                <a:ea typeface="+mn-lt"/>
                <a:cs typeface="+mn-lt"/>
              </a:rPr>
              <a:t> to disability services, including inclusive education and assistive technologies [4]. Singapore’s </a:t>
            </a:r>
            <a:r>
              <a:rPr lang="en-US" sz="1400" b="1" kern="100">
                <a:solidFill>
                  <a:schemeClr val="bg1"/>
                </a:solidFill>
                <a:ea typeface="+mn-lt"/>
                <a:cs typeface="+mn-lt"/>
              </a:rPr>
              <a:t>Enabling Masterplan 2030</a:t>
            </a:r>
            <a:r>
              <a:rPr lang="en-US" sz="1400" kern="100">
                <a:solidFill>
                  <a:schemeClr val="bg1"/>
                </a:solidFill>
                <a:ea typeface="+mn-lt"/>
                <a:cs typeface="+mn-lt"/>
              </a:rPr>
              <a:t> earmarks </a:t>
            </a:r>
            <a:r>
              <a:rPr lang="en-US" sz="1400" b="1" kern="100">
                <a:solidFill>
                  <a:schemeClr val="bg1"/>
                </a:solidFill>
                <a:ea typeface="+mn-lt"/>
                <a:cs typeface="+mn-lt"/>
              </a:rPr>
              <a:t>SGD 100 million</a:t>
            </a:r>
            <a:r>
              <a:rPr lang="en-US" sz="1400" kern="100">
                <a:solidFill>
                  <a:schemeClr val="bg1"/>
                </a:solidFill>
                <a:ea typeface="+mn-lt"/>
                <a:cs typeface="+mn-lt"/>
              </a:rPr>
              <a:t> for disability support, focusing on communication and educational tools [5]</a:t>
            </a:r>
            <a:endParaRPr lang="zh-CN" altLang="zh-CN" sz="1400" kern="100">
              <a:solidFill>
                <a:schemeClr val="bg1"/>
              </a:solidFill>
              <a:effectLst/>
              <a:latin typeface="黑体"/>
              <a:ea typeface="黑体"/>
              <a:cs typeface="Arial" panose="020B0604020202020204" pitchFamily="34" charset="0"/>
            </a:endParaRPr>
          </a:p>
        </p:txBody>
      </p:sp>
      <p:sp>
        <p:nvSpPr>
          <p:cNvPr id="13" name="文本框 12">
            <a:extLst>
              <a:ext uri="{FF2B5EF4-FFF2-40B4-BE49-F238E27FC236}">
                <a16:creationId xmlns:a16="http://schemas.microsoft.com/office/drawing/2014/main" id="{E8923EF2-1F9D-9D29-2496-C64C364B4F92}"/>
              </a:ext>
            </a:extLst>
          </p:cNvPr>
          <p:cNvSpPr txBox="1"/>
          <p:nvPr/>
        </p:nvSpPr>
        <p:spPr>
          <a:xfrm>
            <a:off x="2068392" y="2974440"/>
            <a:ext cx="5990159" cy="1231106"/>
          </a:xfrm>
          <a:prstGeom prst="rect">
            <a:avLst/>
          </a:prstGeom>
          <a:noFill/>
        </p:spPr>
        <p:txBody>
          <a:bodyPr wrap="square" lIns="91440" tIns="45720" rIns="91440" bIns="45720" anchor="t">
            <a:spAutoFit/>
          </a:bodyPr>
          <a:lstStyle/>
          <a:p>
            <a:pPr algn="just"/>
            <a:r>
              <a:rPr lang="en-US" kern="100">
                <a:solidFill>
                  <a:schemeClr val="bg1"/>
                </a:solidFill>
                <a:latin typeface="Arial"/>
                <a:ea typeface="等线"/>
                <a:cs typeface="Arial"/>
              </a:rPr>
              <a:t>Global</a:t>
            </a:r>
            <a:r>
              <a:rPr lang="en-US" kern="100">
                <a:solidFill>
                  <a:schemeClr val="bg1"/>
                </a:solidFill>
                <a:ea typeface="+mn-lt"/>
                <a:cs typeface="+mn-lt"/>
              </a:rPr>
              <a:t> Growth of market</a:t>
            </a:r>
            <a:endParaRPr lang="en-US" altLang="zh-CN" sz="1800" b="1" kern="100">
              <a:solidFill>
                <a:schemeClr val="bg1"/>
              </a:solidFill>
              <a:effectLst/>
              <a:latin typeface="等线" panose="02010600030101010101" pitchFamily="2" charset="-122"/>
              <a:ea typeface="等线" panose="02010600030101010101" pitchFamily="2" charset="-122"/>
              <a:cs typeface="Arial" panose="020B0604020202020204" pitchFamily="34" charset="0"/>
            </a:endParaRPr>
          </a:p>
          <a:p>
            <a:pPr algn="just"/>
            <a:r>
              <a:rPr lang="en-US" sz="1400" kern="100">
                <a:solidFill>
                  <a:schemeClr val="bg1"/>
                </a:solidFill>
                <a:ea typeface="+mn-lt"/>
                <a:cs typeface="+mn-lt"/>
              </a:rPr>
              <a:t>The assistive technology market is projected to grow from USD 22.5 billion (2020) to USD 31.7 billion by 2028 (CAGR of 5.9%) [3]. This growth is driven by increasing demand for communication tools for the deaf and hearing-impaired communities.</a:t>
            </a:r>
            <a:endParaRPr lang="en-US" altLang="zh-CN" sz="1400" kern="100">
              <a:solidFill>
                <a:schemeClr val="bg1"/>
              </a:solidFill>
              <a:ea typeface="+mn-lt"/>
              <a:cs typeface="+mn-lt"/>
            </a:endParaRPr>
          </a:p>
        </p:txBody>
      </p:sp>
      <p:sp>
        <p:nvSpPr>
          <p:cNvPr id="15" name="文本框 14">
            <a:extLst>
              <a:ext uri="{FF2B5EF4-FFF2-40B4-BE49-F238E27FC236}">
                <a16:creationId xmlns:a16="http://schemas.microsoft.com/office/drawing/2014/main" id="{1363EB73-7D2D-0578-FCCA-6B81F9861562}"/>
              </a:ext>
            </a:extLst>
          </p:cNvPr>
          <p:cNvSpPr txBox="1"/>
          <p:nvPr/>
        </p:nvSpPr>
        <p:spPr>
          <a:xfrm>
            <a:off x="2067427" y="4639422"/>
            <a:ext cx="6278794" cy="1231106"/>
          </a:xfrm>
          <a:prstGeom prst="rect">
            <a:avLst/>
          </a:prstGeom>
          <a:noFill/>
        </p:spPr>
        <p:txBody>
          <a:bodyPr wrap="square" lIns="91440" tIns="45720" rIns="91440" bIns="45720" anchor="t">
            <a:spAutoFit/>
          </a:bodyPr>
          <a:lstStyle/>
          <a:p>
            <a:pPr algn="just"/>
            <a:r>
              <a:rPr lang="en-US" kern="100">
                <a:solidFill>
                  <a:schemeClr val="bg1"/>
                </a:solidFill>
                <a:ea typeface="+mn-lt"/>
                <a:cs typeface="+mn-lt"/>
              </a:rPr>
              <a:t>Commercial Potential for Signify</a:t>
            </a:r>
            <a:endParaRPr lang="zh-CN" altLang="en-US" kern="100">
              <a:solidFill>
                <a:schemeClr val="bg1"/>
              </a:solidFill>
              <a:ea typeface="+mn-lt"/>
              <a:cs typeface="+mn-lt"/>
            </a:endParaRPr>
          </a:p>
          <a:p>
            <a:pPr algn="just"/>
            <a:r>
              <a:rPr lang="en-US" altLang="zh-CN" sz="1400" kern="100">
                <a:solidFill>
                  <a:schemeClr val="bg1"/>
                </a:solidFill>
                <a:ea typeface="+mn-lt"/>
                <a:cs typeface="+mn-lt"/>
              </a:rPr>
              <a:t>With rising demand for inclusive communication tools</a:t>
            </a:r>
            <a:r>
              <a:rPr lang="zh-CN" altLang="en-US" sz="1400" kern="100">
                <a:solidFill>
                  <a:schemeClr val="bg1"/>
                </a:solidFill>
                <a:ea typeface="+mn-lt"/>
                <a:cs typeface="+mn-lt"/>
              </a:rPr>
              <a:t> </a:t>
            </a:r>
            <a:r>
              <a:rPr lang="en-US" altLang="zh-CN" sz="1400" kern="100">
                <a:solidFill>
                  <a:schemeClr val="bg1"/>
                </a:solidFill>
                <a:ea typeface="+mn-lt"/>
                <a:cs typeface="+mn-lt"/>
              </a:rPr>
              <a:t>and strong government support, Signify</a:t>
            </a:r>
            <a:r>
              <a:rPr lang="zh-CN" altLang="en-US" sz="1400" kern="100">
                <a:solidFill>
                  <a:schemeClr val="bg1"/>
                </a:solidFill>
                <a:ea typeface="+mn-lt"/>
                <a:cs typeface="+mn-lt"/>
              </a:rPr>
              <a:t> </a:t>
            </a:r>
            <a:r>
              <a:rPr lang="en-US" altLang="zh-CN" sz="1400" kern="100">
                <a:solidFill>
                  <a:schemeClr val="bg1"/>
                </a:solidFill>
                <a:ea typeface="+mn-lt"/>
                <a:cs typeface="+mn-lt"/>
              </a:rPr>
              <a:t>is well-positioned to capture a significant market share. Its AI-powered gesture recognition,</a:t>
            </a:r>
            <a:r>
              <a:rPr lang="zh-CN" altLang="en-US" sz="1400" kern="100">
                <a:solidFill>
                  <a:schemeClr val="bg1"/>
                </a:solidFill>
                <a:ea typeface="+mn-lt"/>
                <a:cs typeface="+mn-lt"/>
              </a:rPr>
              <a:t> </a:t>
            </a:r>
            <a:r>
              <a:rPr lang="en-US" altLang="zh-CN" sz="1400" kern="100">
                <a:solidFill>
                  <a:schemeClr val="bg1"/>
                </a:solidFill>
                <a:ea typeface="+mn-lt"/>
                <a:cs typeface="+mn-lt"/>
              </a:rPr>
              <a:t>real-time</a:t>
            </a:r>
            <a:r>
              <a:rPr lang="zh-CN" altLang="en-US" sz="1400" kern="100">
                <a:solidFill>
                  <a:schemeClr val="bg1"/>
                </a:solidFill>
                <a:ea typeface="+mn-lt"/>
                <a:cs typeface="+mn-lt"/>
              </a:rPr>
              <a:t> </a:t>
            </a:r>
            <a:r>
              <a:rPr lang="en-US" altLang="zh-CN" sz="1400" kern="100">
                <a:solidFill>
                  <a:schemeClr val="bg1"/>
                </a:solidFill>
                <a:ea typeface="+mn-lt"/>
                <a:cs typeface="+mn-lt"/>
              </a:rPr>
              <a:t>feedback,</a:t>
            </a:r>
            <a:r>
              <a:rPr lang="zh-CN" altLang="en-US" sz="1400" kern="100">
                <a:solidFill>
                  <a:schemeClr val="bg1"/>
                </a:solidFill>
                <a:ea typeface="+mn-lt"/>
                <a:cs typeface="+mn-lt"/>
              </a:rPr>
              <a:t> </a:t>
            </a:r>
            <a:r>
              <a:rPr lang="en-US" altLang="zh-CN" sz="1400" kern="100">
                <a:solidFill>
                  <a:schemeClr val="bg1"/>
                </a:solidFill>
                <a:ea typeface="+mn-lt"/>
                <a:cs typeface="+mn-lt"/>
              </a:rPr>
              <a:t>and</a:t>
            </a:r>
            <a:r>
              <a:rPr lang="zh-CN" altLang="en-US" sz="1400" kern="100">
                <a:solidFill>
                  <a:schemeClr val="bg1"/>
                </a:solidFill>
                <a:ea typeface="+mn-lt"/>
                <a:cs typeface="+mn-lt"/>
              </a:rPr>
              <a:t> </a:t>
            </a:r>
            <a:r>
              <a:rPr lang="en-US" altLang="zh-CN" sz="1400" kern="100">
                <a:solidFill>
                  <a:schemeClr val="bg1"/>
                </a:solidFill>
                <a:ea typeface="+mn-lt"/>
                <a:cs typeface="+mn-lt"/>
              </a:rPr>
              <a:t>practical</a:t>
            </a:r>
            <a:r>
              <a:rPr lang="zh-CN" altLang="en-US" sz="1400" kern="100">
                <a:solidFill>
                  <a:schemeClr val="bg1"/>
                </a:solidFill>
                <a:ea typeface="+mn-lt"/>
                <a:cs typeface="+mn-lt"/>
              </a:rPr>
              <a:t> </a:t>
            </a:r>
            <a:r>
              <a:rPr lang="en-US" altLang="zh-CN" sz="1400" kern="100">
                <a:solidFill>
                  <a:schemeClr val="bg1"/>
                </a:solidFill>
                <a:ea typeface="+mn-lt"/>
                <a:cs typeface="+mn-lt"/>
              </a:rPr>
              <a:t>scenarios</a:t>
            </a:r>
            <a:r>
              <a:rPr lang="zh-CN" altLang="en-US" sz="1400" kern="100">
                <a:solidFill>
                  <a:schemeClr val="bg1"/>
                </a:solidFill>
                <a:ea typeface="+mn-lt"/>
                <a:cs typeface="+mn-lt"/>
              </a:rPr>
              <a:t> </a:t>
            </a:r>
            <a:r>
              <a:rPr lang="en-US" altLang="zh-CN" sz="1400" kern="100">
                <a:solidFill>
                  <a:schemeClr val="bg1"/>
                </a:solidFill>
                <a:ea typeface="+mn-lt"/>
                <a:cs typeface="+mn-lt"/>
              </a:rPr>
              <a:t>make</a:t>
            </a:r>
            <a:r>
              <a:rPr lang="zh-CN" altLang="en-US" sz="1400" kern="100">
                <a:solidFill>
                  <a:schemeClr val="bg1"/>
                </a:solidFill>
                <a:ea typeface="+mn-lt"/>
                <a:cs typeface="+mn-lt"/>
              </a:rPr>
              <a:t> </a:t>
            </a:r>
            <a:r>
              <a:rPr lang="en-US" altLang="zh-CN" sz="1400" kern="100">
                <a:solidFill>
                  <a:schemeClr val="bg1"/>
                </a:solidFill>
                <a:ea typeface="+mn-lt"/>
                <a:cs typeface="+mn-lt"/>
              </a:rPr>
              <a:t>it</a:t>
            </a:r>
            <a:r>
              <a:rPr lang="zh-CN" altLang="en-US" sz="1400" kern="100">
                <a:solidFill>
                  <a:schemeClr val="bg1"/>
                </a:solidFill>
                <a:ea typeface="+mn-lt"/>
                <a:cs typeface="+mn-lt"/>
              </a:rPr>
              <a:t> </a:t>
            </a:r>
            <a:r>
              <a:rPr lang="en-US" altLang="zh-CN" sz="1400" kern="100">
                <a:solidFill>
                  <a:schemeClr val="bg1"/>
                </a:solidFill>
                <a:ea typeface="+mn-lt"/>
                <a:cs typeface="+mn-lt"/>
              </a:rPr>
              <a:t>a</a:t>
            </a:r>
            <a:r>
              <a:rPr lang="zh-CN" altLang="en-US" sz="1400" kern="100">
                <a:solidFill>
                  <a:schemeClr val="bg1"/>
                </a:solidFill>
                <a:ea typeface="+mn-lt"/>
                <a:cs typeface="+mn-lt"/>
              </a:rPr>
              <a:t> </a:t>
            </a:r>
            <a:r>
              <a:rPr lang="en-US" altLang="zh-CN" sz="1400" kern="100">
                <a:solidFill>
                  <a:schemeClr val="bg1"/>
                </a:solidFill>
                <a:ea typeface="+mn-lt"/>
                <a:cs typeface="+mn-lt"/>
              </a:rPr>
              <a:t>unique</a:t>
            </a:r>
            <a:r>
              <a:rPr lang="zh-CN" altLang="en-US" sz="1400" kern="100">
                <a:solidFill>
                  <a:schemeClr val="bg1"/>
                </a:solidFill>
                <a:ea typeface="+mn-lt"/>
                <a:cs typeface="+mn-lt"/>
              </a:rPr>
              <a:t> </a:t>
            </a:r>
            <a:r>
              <a:rPr lang="en-US" altLang="zh-CN" sz="1400" kern="100">
                <a:solidFill>
                  <a:schemeClr val="bg1"/>
                </a:solidFill>
                <a:ea typeface="+mn-lt"/>
                <a:cs typeface="+mn-lt"/>
              </a:rPr>
              <a:t>solution</a:t>
            </a:r>
            <a:r>
              <a:rPr lang="zh-CN" altLang="en-US" sz="1400" kern="100">
                <a:solidFill>
                  <a:schemeClr val="bg1"/>
                </a:solidFill>
                <a:ea typeface="+mn-lt"/>
                <a:cs typeface="+mn-lt"/>
              </a:rPr>
              <a:t> </a:t>
            </a:r>
            <a:r>
              <a:rPr lang="en-US" altLang="zh-CN" sz="1400" kern="100">
                <a:solidFill>
                  <a:schemeClr val="bg1"/>
                </a:solidFill>
                <a:ea typeface="+mn-lt"/>
                <a:cs typeface="+mn-lt"/>
              </a:rPr>
              <a:t>for</a:t>
            </a:r>
            <a:r>
              <a:rPr lang="zh-CN" altLang="en-US" sz="1400" kern="100">
                <a:solidFill>
                  <a:schemeClr val="bg1"/>
                </a:solidFill>
                <a:ea typeface="+mn-lt"/>
                <a:cs typeface="+mn-lt"/>
              </a:rPr>
              <a:t> </a:t>
            </a:r>
            <a:r>
              <a:rPr lang="en-US" altLang="zh-CN" sz="1400" kern="100">
                <a:solidFill>
                  <a:schemeClr val="bg1"/>
                </a:solidFill>
                <a:ea typeface="+mn-lt"/>
                <a:cs typeface="+mn-lt"/>
              </a:rPr>
              <a:t>today</a:t>
            </a:r>
            <a:r>
              <a:rPr lang="zh-CN" altLang="en-US" sz="1400" kern="100">
                <a:solidFill>
                  <a:schemeClr val="bg1"/>
                </a:solidFill>
                <a:ea typeface="+mn-lt"/>
                <a:cs typeface="+mn-lt"/>
              </a:rPr>
              <a:t>’</a:t>
            </a:r>
            <a:r>
              <a:rPr lang="en-US" altLang="zh-CN" sz="1400" kern="100">
                <a:solidFill>
                  <a:schemeClr val="bg1"/>
                </a:solidFill>
                <a:ea typeface="+mn-lt"/>
                <a:cs typeface="+mn-lt"/>
              </a:rPr>
              <a:t>s</a:t>
            </a:r>
            <a:r>
              <a:rPr lang="zh-CN" altLang="en-US" sz="1400" kern="100">
                <a:solidFill>
                  <a:schemeClr val="bg1"/>
                </a:solidFill>
                <a:ea typeface="+mn-lt"/>
                <a:cs typeface="+mn-lt"/>
              </a:rPr>
              <a:t> </a:t>
            </a:r>
            <a:r>
              <a:rPr lang="en-US" altLang="zh-CN" sz="1400" kern="100">
                <a:solidFill>
                  <a:schemeClr val="bg1"/>
                </a:solidFill>
                <a:ea typeface="+mn-lt"/>
                <a:cs typeface="+mn-lt"/>
              </a:rPr>
              <a:t>accessibility-focused</a:t>
            </a:r>
            <a:r>
              <a:rPr lang="zh-CN" altLang="en-US" sz="1400" kern="100">
                <a:solidFill>
                  <a:schemeClr val="bg1"/>
                </a:solidFill>
                <a:ea typeface="+mn-lt"/>
                <a:cs typeface="+mn-lt"/>
              </a:rPr>
              <a:t> </a:t>
            </a:r>
            <a:r>
              <a:rPr lang="en-US" altLang="zh-CN" sz="1400" kern="100">
                <a:solidFill>
                  <a:schemeClr val="bg1"/>
                </a:solidFill>
                <a:ea typeface="+mn-lt"/>
                <a:cs typeface="+mn-lt"/>
              </a:rPr>
              <a:t>market.</a:t>
            </a:r>
            <a:endParaRPr lang="zh-CN" altLang="en-US" sz="1400" kern="100">
              <a:solidFill>
                <a:schemeClr val="bg1"/>
              </a:solidFill>
              <a:ea typeface="+mn-lt"/>
              <a:cs typeface="+mn-lt"/>
            </a:endParaRPr>
          </a:p>
        </p:txBody>
      </p:sp>
      <p:pic>
        <p:nvPicPr>
          <p:cNvPr id="22" name="图形 21" descr="银行 轮廓">
            <a:extLst>
              <a:ext uri="{FF2B5EF4-FFF2-40B4-BE49-F238E27FC236}">
                <a16:creationId xmlns:a16="http://schemas.microsoft.com/office/drawing/2014/main" id="{90F57DCE-486D-4BDE-6116-32C661C2B6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3709" y="1609436"/>
            <a:ext cx="914400" cy="914400"/>
          </a:xfrm>
          <a:prstGeom prst="rect">
            <a:avLst/>
          </a:prstGeom>
        </p:spPr>
      </p:pic>
      <p:pic>
        <p:nvPicPr>
          <p:cNvPr id="23" name="图形 22" descr="上升趋势 纯色填充">
            <a:extLst>
              <a:ext uri="{FF2B5EF4-FFF2-40B4-BE49-F238E27FC236}">
                <a16:creationId xmlns:a16="http://schemas.microsoft.com/office/drawing/2014/main" id="{7700A4B3-9A97-1376-AD06-1A62B3C143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3709" y="3133436"/>
            <a:ext cx="914400" cy="914400"/>
          </a:xfrm>
          <a:prstGeom prst="rect">
            <a:avLst/>
          </a:prstGeom>
        </p:spPr>
      </p:pic>
      <p:pic>
        <p:nvPicPr>
          <p:cNvPr id="3" name="图形 2" descr="市场营销 轮廓">
            <a:extLst>
              <a:ext uri="{FF2B5EF4-FFF2-40B4-BE49-F238E27FC236}">
                <a16:creationId xmlns:a16="http://schemas.microsoft.com/office/drawing/2014/main" id="{75371DFC-E382-E92A-483C-ED80488B712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6088" y="4641678"/>
            <a:ext cx="1096900" cy="1096900"/>
          </a:xfrm>
          <a:prstGeom prst="rect">
            <a:avLst/>
          </a:prstGeom>
        </p:spPr>
      </p:pic>
    </p:spTree>
    <p:extLst>
      <p:ext uri="{BB962C8B-B14F-4D97-AF65-F5344CB8AC3E}">
        <p14:creationId xmlns:p14="http://schemas.microsoft.com/office/powerpoint/2010/main" val="2646672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88466" y="2123479"/>
            <a:ext cx="7411601" cy="835388"/>
          </a:xfrm>
        </p:spPr>
        <p:txBody>
          <a:bodyPr>
            <a:normAutofit/>
          </a:bodyPr>
          <a:lstStyle/>
          <a:p>
            <a:r>
              <a:rPr lang="en-US" altLang="zh-CN">
                <a:solidFill>
                  <a:schemeClr val="tx1">
                    <a:lumMod val="75000"/>
                    <a:lumOff val="25000"/>
                  </a:schemeClr>
                </a:solidFill>
                <a:latin typeface="Arial"/>
                <a:ea typeface="黑体"/>
                <a:cs typeface="Arial"/>
                <a:sym typeface="+mn-ea"/>
              </a:rPr>
              <a:t>3 </a:t>
            </a:r>
            <a:r>
              <a:rPr lang="en-US" altLang="zh-CN">
                <a:solidFill>
                  <a:schemeClr val="tx1">
                    <a:lumMod val="75000"/>
                    <a:lumOff val="25000"/>
                  </a:schemeClr>
                </a:solidFill>
                <a:sym typeface="+mn-ea"/>
              </a:rPr>
              <a:t>Project Overview</a:t>
            </a:r>
          </a:p>
        </p:txBody>
      </p:sp>
      <p:sp>
        <p:nvSpPr>
          <p:cNvPr id="4" name="灯片编号占位符 3"/>
          <p:cNvSpPr>
            <a:spLocks noGrp="1"/>
          </p:cNvSpPr>
          <p:nvPr>
            <p:ph type="sldNum" sz="quarter" idx="4"/>
          </p:nvPr>
        </p:nvSpPr>
        <p:spPr/>
        <p:txBody>
          <a:bodyPr/>
          <a:lstStyle/>
          <a:p>
            <a:pPr algn="ctr"/>
            <a:r>
              <a:rPr lang="en-SG"/>
              <a:t>Page </a:t>
            </a:r>
            <a:fld id="{2F63C605-4FC6-46DE-BC90-871762EA3F52}" type="slidenum">
              <a:rPr lang="en-SG" smtClean="0"/>
              <a:t>14</a:t>
            </a:fld>
            <a:endParaRPr lang="en-SG"/>
          </a:p>
        </p:txBody>
      </p:sp>
      <p:cxnSp>
        <p:nvCxnSpPr>
          <p:cNvPr id="9" name="直接连接符 8">
            <a:extLst>
              <a:ext uri="{FF2B5EF4-FFF2-40B4-BE49-F238E27FC236}">
                <a16:creationId xmlns:a16="http://schemas.microsoft.com/office/drawing/2014/main" id="{C25E5659-D13B-D0EB-A4A4-0991FD3FEB19}"/>
              </a:ext>
            </a:extLst>
          </p:cNvPr>
          <p:cNvCxnSpPr>
            <a:cxnSpLocks/>
          </p:cNvCxnSpPr>
          <p:nvPr/>
        </p:nvCxnSpPr>
        <p:spPr>
          <a:xfrm>
            <a:off x="1388466" y="2784273"/>
            <a:ext cx="7411601"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8D4446E8-2743-3E56-72BD-C14FAB6B122A}"/>
              </a:ext>
            </a:extLst>
          </p:cNvPr>
          <p:cNvSpPr txBox="1"/>
          <p:nvPr/>
        </p:nvSpPr>
        <p:spPr>
          <a:xfrm>
            <a:off x="1388466" y="3116981"/>
            <a:ext cx="5700592" cy="1116331"/>
          </a:xfrm>
          <a:prstGeom prst="rect">
            <a:avLst/>
          </a:prstGeom>
          <a:noFill/>
        </p:spPr>
        <p:txBody>
          <a:bodyPr wrap="square" rtlCol="0">
            <a:spAutoFit/>
          </a:bodyPr>
          <a:lstStyle/>
          <a:p>
            <a:pPr marL="285750" indent="-285750">
              <a:lnSpc>
                <a:spcPct val="200000"/>
              </a:lnSpc>
              <a:buFont typeface="Wingdings" panose="05000000000000000000" pitchFamily="2" charset="2"/>
              <a:buChar char="Ø"/>
            </a:pPr>
            <a:r>
              <a:rPr lang="en-US" altLang="zh-CN">
                <a:solidFill>
                  <a:schemeClr val="tx1">
                    <a:lumMod val="75000"/>
                    <a:lumOff val="25000"/>
                  </a:schemeClr>
                </a:solidFill>
                <a:latin typeface="微软雅黑" panose="020B0503020204020204" pitchFamily="34" charset="-122"/>
                <a:ea typeface="微软雅黑" panose="020B0503020204020204" pitchFamily="34" charset="-122"/>
              </a:rPr>
              <a:t>Project Scope</a:t>
            </a:r>
          </a:p>
          <a:p>
            <a:pPr marL="285750" indent="-285750">
              <a:lnSpc>
                <a:spcPct val="200000"/>
              </a:lnSpc>
              <a:buFont typeface="Wingdings" panose="05000000000000000000" pitchFamily="2" charset="2"/>
              <a:buChar char="Ø"/>
            </a:pPr>
            <a:r>
              <a:rPr lang="en-US" altLang="zh-CN"/>
              <a:t>Responsibility Distribution</a:t>
            </a:r>
            <a:endParaRPr lang="en-US" altLang="zh-CN">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373C1B-C063-F169-CCC5-F8954C29AD89}"/>
              </a:ext>
            </a:extLst>
          </p:cNvPr>
          <p:cNvSpPr>
            <a:spLocks noGrp="1"/>
          </p:cNvSpPr>
          <p:nvPr>
            <p:ph type="title"/>
          </p:nvPr>
        </p:nvSpPr>
        <p:spPr/>
        <p:txBody>
          <a:bodyPr/>
          <a:lstStyle/>
          <a:p>
            <a:r>
              <a:rPr lang="en-US" altLang="zh-CN"/>
              <a:t>3.1 Project Scope</a:t>
            </a:r>
            <a:endParaRPr lang="zh-CN" altLang="en-US"/>
          </a:p>
        </p:txBody>
      </p:sp>
      <p:sp>
        <p:nvSpPr>
          <p:cNvPr id="3" name="文本占位符 2">
            <a:extLst>
              <a:ext uri="{FF2B5EF4-FFF2-40B4-BE49-F238E27FC236}">
                <a16:creationId xmlns:a16="http://schemas.microsoft.com/office/drawing/2014/main" id="{A5CD0421-AC1C-4013-7D6B-B9FC2FF5313D}"/>
              </a:ext>
            </a:extLst>
          </p:cNvPr>
          <p:cNvSpPr>
            <a:spLocks noGrp="1"/>
          </p:cNvSpPr>
          <p:nvPr>
            <p:ph type="body" sz="quarter" idx="13"/>
          </p:nvPr>
        </p:nvSpPr>
        <p:spPr>
          <a:xfrm>
            <a:off x="690038" y="950748"/>
            <a:ext cx="2464746" cy="389399"/>
          </a:xfrm>
        </p:spPr>
        <p:txBody>
          <a:bodyPr>
            <a:normAutofit fontScale="92500" lnSpcReduction="10000"/>
          </a:bodyPr>
          <a:lstStyle/>
          <a:p>
            <a:pPr marL="0" indent="0">
              <a:buNone/>
            </a:pPr>
            <a:r>
              <a:rPr lang="en-US" altLang="zh-CN" sz="2400" b="1">
                <a:solidFill>
                  <a:schemeClr val="accent1"/>
                </a:solidFill>
              </a:rPr>
              <a:t>App overview</a:t>
            </a:r>
            <a:endParaRPr lang="zh-CN" altLang="en-US" sz="2400" b="1">
              <a:solidFill>
                <a:schemeClr val="accent1"/>
              </a:solidFill>
            </a:endParaRPr>
          </a:p>
        </p:txBody>
      </p:sp>
      <p:sp>
        <p:nvSpPr>
          <p:cNvPr id="4" name="灯片编号占位符 3">
            <a:extLst>
              <a:ext uri="{FF2B5EF4-FFF2-40B4-BE49-F238E27FC236}">
                <a16:creationId xmlns:a16="http://schemas.microsoft.com/office/drawing/2014/main" id="{3ADA72DA-B76F-EC0B-48C5-DD9A7DEC8FFB}"/>
              </a:ext>
            </a:extLst>
          </p:cNvPr>
          <p:cNvSpPr>
            <a:spLocks noGrp="1"/>
          </p:cNvSpPr>
          <p:nvPr>
            <p:ph type="sldNum" sz="quarter" idx="4"/>
          </p:nvPr>
        </p:nvSpPr>
        <p:spPr/>
        <p:txBody>
          <a:bodyPr/>
          <a:lstStyle/>
          <a:p>
            <a:pPr algn="ctr"/>
            <a:r>
              <a:rPr lang="en-SG"/>
              <a:t>Page </a:t>
            </a:r>
            <a:fld id="{2F63C605-4FC6-46DE-BC90-871762EA3F52}" type="slidenum">
              <a:rPr lang="en-SG" smtClean="0"/>
              <a:t>15</a:t>
            </a:fld>
            <a:endParaRPr lang="en-SG"/>
          </a:p>
        </p:txBody>
      </p:sp>
      <p:sp>
        <p:nvSpPr>
          <p:cNvPr id="6" name="文本框 5">
            <a:extLst>
              <a:ext uri="{FF2B5EF4-FFF2-40B4-BE49-F238E27FC236}">
                <a16:creationId xmlns:a16="http://schemas.microsoft.com/office/drawing/2014/main" id="{8CD0F96E-BFC5-29AE-7E99-C49907599815}"/>
              </a:ext>
            </a:extLst>
          </p:cNvPr>
          <p:cNvSpPr txBox="1"/>
          <p:nvPr/>
        </p:nvSpPr>
        <p:spPr>
          <a:xfrm>
            <a:off x="3578660" y="1604081"/>
            <a:ext cx="5062031" cy="4196020"/>
          </a:xfrm>
          <a:prstGeom prst="rect">
            <a:avLst/>
          </a:prstGeom>
          <a:noFill/>
        </p:spPr>
        <p:txBody>
          <a:bodyPr wrap="square">
            <a:spAutoFit/>
          </a:bodyPr>
          <a:lstStyle/>
          <a:p>
            <a:pPr>
              <a:lnSpc>
                <a:spcPct val="150000"/>
              </a:lnSpc>
            </a:pPr>
            <a:r>
              <a:rPr lang="en-US" altLang="zh-CN" b="1"/>
              <a:t>Key Features</a:t>
            </a:r>
            <a:r>
              <a:rPr lang="en-US" altLang="zh-CN"/>
              <a:t>:</a:t>
            </a:r>
          </a:p>
          <a:p>
            <a:pPr marL="285750" indent="-285750">
              <a:lnSpc>
                <a:spcPct val="150000"/>
              </a:lnSpc>
              <a:buFont typeface="Arial" panose="020B0604020202020204" pitchFamily="34" charset="0"/>
              <a:buChar char="•"/>
            </a:pPr>
            <a:r>
              <a:rPr lang="en-US" altLang="zh-CN" b="1"/>
              <a:t>Intuitive Interface</a:t>
            </a:r>
          </a:p>
          <a:p>
            <a:pPr marL="285750" indent="-285750">
              <a:lnSpc>
                <a:spcPct val="150000"/>
              </a:lnSpc>
              <a:buFont typeface="Arial" panose="020B0604020202020204" pitchFamily="34" charset="0"/>
              <a:buChar char="•"/>
            </a:pPr>
            <a:r>
              <a:rPr lang="en-US" altLang="zh-CN" b="1"/>
              <a:t>Real-Time Gesture Recognition</a:t>
            </a:r>
            <a:endParaRPr lang="en-US" altLang="zh-CN"/>
          </a:p>
          <a:p>
            <a:pPr marL="285750" indent="-285750">
              <a:lnSpc>
                <a:spcPct val="150000"/>
              </a:lnSpc>
              <a:buFont typeface="Arial" panose="020B0604020202020204" pitchFamily="34" charset="0"/>
              <a:buChar char="•"/>
            </a:pPr>
            <a:r>
              <a:rPr lang="en-US" altLang="zh-CN" b="1"/>
              <a:t>Interactive Games</a:t>
            </a:r>
            <a:endParaRPr lang="en-US" altLang="zh-CN"/>
          </a:p>
          <a:p>
            <a:pPr marL="285750" indent="-285750">
              <a:lnSpc>
                <a:spcPct val="150000"/>
              </a:lnSpc>
              <a:buFont typeface="Arial" panose="020B0604020202020204" pitchFamily="34" charset="0"/>
              <a:buChar char="•"/>
            </a:pPr>
            <a:r>
              <a:rPr lang="en-US" altLang="zh-CN" b="1"/>
              <a:t>Personalized Progress Tracking</a:t>
            </a:r>
          </a:p>
          <a:p>
            <a:pPr>
              <a:lnSpc>
                <a:spcPct val="150000"/>
              </a:lnSpc>
              <a:buFont typeface="Arial" panose="020B0604020202020204" pitchFamily="34" charset="0"/>
              <a:buChar char="•"/>
            </a:pPr>
            <a:endParaRPr lang="en-US" altLang="zh-CN" b="1"/>
          </a:p>
          <a:p>
            <a:pPr>
              <a:lnSpc>
                <a:spcPct val="150000"/>
              </a:lnSpc>
            </a:pPr>
            <a:r>
              <a:rPr lang="en-US" altLang="zh-CN" b="1"/>
              <a:t>Use Cases</a:t>
            </a:r>
            <a:r>
              <a:rPr lang="en-US" altLang="zh-CN"/>
              <a:t>:</a:t>
            </a:r>
          </a:p>
          <a:p>
            <a:pPr marL="285750" indent="-285750">
              <a:lnSpc>
                <a:spcPct val="150000"/>
              </a:lnSpc>
              <a:buFont typeface="Arial" panose="020B0604020202020204" pitchFamily="34" charset="0"/>
              <a:buChar char="•"/>
            </a:pPr>
            <a:r>
              <a:rPr lang="en-US" altLang="zh-CN" b="1"/>
              <a:t>Browse Sign Language Information</a:t>
            </a:r>
          </a:p>
          <a:p>
            <a:pPr marL="285750" indent="-285750">
              <a:lnSpc>
                <a:spcPct val="150000"/>
              </a:lnSpc>
              <a:buFont typeface="Arial" panose="020B0604020202020204" pitchFamily="34" charset="0"/>
              <a:buChar char="•"/>
            </a:pPr>
            <a:r>
              <a:rPr lang="en-US" altLang="zh-CN" b="1"/>
              <a:t>Practice and Interactive Games</a:t>
            </a:r>
          </a:p>
          <a:p>
            <a:pPr marL="285750" indent="-285750">
              <a:lnSpc>
                <a:spcPct val="150000"/>
              </a:lnSpc>
              <a:buFont typeface="Arial" panose="020B0604020202020204" pitchFamily="34" charset="0"/>
              <a:buChar char="•"/>
            </a:pPr>
            <a:r>
              <a:rPr lang="en-US" altLang="zh-CN" b="1"/>
              <a:t>Monitor Progress:</a:t>
            </a:r>
          </a:p>
        </p:txBody>
      </p:sp>
      <p:sp>
        <p:nvSpPr>
          <p:cNvPr id="10" name="椭圆 9">
            <a:extLst>
              <a:ext uri="{FF2B5EF4-FFF2-40B4-BE49-F238E27FC236}">
                <a16:creationId xmlns:a16="http://schemas.microsoft.com/office/drawing/2014/main" id="{AA210A74-C2FD-457A-C8D3-AAB01817B7AF}"/>
              </a:ext>
            </a:extLst>
          </p:cNvPr>
          <p:cNvSpPr/>
          <p:nvPr/>
        </p:nvSpPr>
        <p:spPr>
          <a:xfrm>
            <a:off x="1246683" y="1692263"/>
            <a:ext cx="1892172" cy="1869664"/>
          </a:xfrm>
          <a:prstGeom prst="ellipse">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zh-CN" altLang="en-US"/>
          </a:p>
        </p:txBody>
      </p:sp>
      <p:sp>
        <p:nvSpPr>
          <p:cNvPr id="11" name="矩形 10" descr="靶心">
            <a:extLst>
              <a:ext uri="{FF2B5EF4-FFF2-40B4-BE49-F238E27FC236}">
                <a16:creationId xmlns:a16="http://schemas.microsoft.com/office/drawing/2014/main" id="{CDAD6E67-2077-2A30-2432-F091B0AE6DA6}"/>
              </a:ext>
            </a:extLst>
          </p:cNvPr>
          <p:cNvSpPr/>
          <p:nvPr/>
        </p:nvSpPr>
        <p:spPr>
          <a:xfrm>
            <a:off x="1642338" y="2075718"/>
            <a:ext cx="1162250" cy="1162250"/>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zh-CN" altLang="en-US"/>
          </a:p>
        </p:txBody>
      </p:sp>
      <p:sp>
        <p:nvSpPr>
          <p:cNvPr id="12" name="椭圆 11">
            <a:extLst>
              <a:ext uri="{FF2B5EF4-FFF2-40B4-BE49-F238E27FC236}">
                <a16:creationId xmlns:a16="http://schemas.microsoft.com/office/drawing/2014/main" id="{49203380-8A09-9884-6DDC-564817C3EBF8}"/>
              </a:ext>
            </a:extLst>
          </p:cNvPr>
          <p:cNvSpPr/>
          <p:nvPr/>
        </p:nvSpPr>
        <p:spPr>
          <a:xfrm>
            <a:off x="1373016" y="4065860"/>
            <a:ext cx="1765839" cy="1765839"/>
          </a:xfrm>
          <a:prstGeom prst="ellipse">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zh-CN" altLang="en-US"/>
          </a:p>
        </p:txBody>
      </p:sp>
      <p:pic>
        <p:nvPicPr>
          <p:cNvPr id="15" name="图形 14" descr="呼叫中心 轮廓">
            <a:extLst>
              <a:ext uri="{FF2B5EF4-FFF2-40B4-BE49-F238E27FC236}">
                <a16:creationId xmlns:a16="http://schemas.microsoft.com/office/drawing/2014/main" id="{F061ED3D-86E2-F5AA-D75E-04B741EE71C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46164" y="4455943"/>
            <a:ext cx="999026" cy="999026"/>
          </a:xfrm>
          <a:prstGeom prst="rect">
            <a:avLst/>
          </a:prstGeom>
        </p:spPr>
      </p:pic>
    </p:spTree>
    <p:extLst>
      <p:ext uri="{BB962C8B-B14F-4D97-AF65-F5344CB8AC3E}">
        <p14:creationId xmlns:p14="http://schemas.microsoft.com/office/powerpoint/2010/main" val="4215991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55FDBC-5134-555F-F416-73855CFE08A0}"/>
              </a:ext>
            </a:extLst>
          </p:cNvPr>
          <p:cNvSpPr>
            <a:spLocks noGrp="1"/>
          </p:cNvSpPr>
          <p:nvPr>
            <p:ph type="title"/>
          </p:nvPr>
        </p:nvSpPr>
        <p:spPr>
          <a:xfrm>
            <a:off x="628650" y="250831"/>
            <a:ext cx="7419675" cy="545561"/>
          </a:xfrm>
        </p:spPr>
        <p:txBody>
          <a:bodyPr>
            <a:normAutofit/>
          </a:bodyPr>
          <a:lstStyle/>
          <a:p>
            <a:r>
              <a:rPr lang="en-US" altLang="zh-CN">
                <a:latin typeface="Arial"/>
                <a:ea typeface="黑体"/>
                <a:cs typeface="Arial"/>
              </a:rPr>
              <a:t>3</a:t>
            </a:r>
            <a:r>
              <a:rPr lang="zh-CN">
                <a:latin typeface="Arial"/>
                <a:ea typeface="黑体"/>
                <a:cs typeface="Arial"/>
              </a:rPr>
              <a:t>.</a:t>
            </a:r>
            <a:r>
              <a:rPr lang="en-US" altLang="zh-CN">
                <a:latin typeface="Arial"/>
                <a:ea typeface="黑体"/>
                <a:cs typeface="Arial"/>
              </a:rPr>
              <a:t>1 Project Scope</a:t>
            </a:r>
            <a:endParaRPr lang="zh-CN" b="0">
              <a:solidFill>
                <a:srgbClr val="000000"/>
              </a:solidFill>
              <a:latin typeface="Arial"/>
              <a:ea typeface="黑体"/>
              <a:cs typeface="Arial"/>
            </a:endParaRPr>
          </a:p>
        </p:txBody>
      </p:sp>
      <p:sp>
        <p:nvSpPr>
          <p:cNvPr id="4" name="灯片编号占位符 3">
            <a:extLst>
              <a:ext uri="{FF2B5EF4-FFF2-40B4-BE49-F238E27FC236}">
                <a16:creationId xmlns:a16="http://schemas.microsoft.com/office/drawing/2014/main" id="{2B96AC14-D519-D5BD-5778-387CA76BEC62}"/>
              </a:ext>
            </a:extLst>
          </p:cNvPr>
          <p:cNvSpPr>
            <a:spLocks noGrp="1"/>
          </p:cNvSpPr>
          <p:nvPr>
            <p:ph type="sldNum" sz="quarter" idx="4"/>
          </p:nvPr>
        </p:nvSpPr>
        <p:spPr/>
        <p:txBody>
          <a:bodyPr/>
          <a:lstStyle/>
          <a:p>
            <a:pPr algn="ctr"/>
            <a:r>
              <a:rPr lang="en-SG"/>
              <a:t>Page </a:t>
            </a:r>
            <a:fld id="{2F63C605-4FC6-46DE-BC90-871762EA3F52}" type="slidenum">
              <a:rPr lang="en-SG" smtClean="0"/>
              <a:t>16</a:t>
            </a:fld>
            <a:endParaRPr lang="en-SG"/>
          </a:p>
        </p:txBody>
      </p:sp>
      <p:sp>
        <p:nvSpPr>
          <p:cNvPr id="10" name="文本框 9">
            <a:extLst>
              <a:ext uri="{FF2B5EF4-FFF2-40B4-BE49-F238E27FC236}">
                <a16:creationId xmlns:a16="http://schemas.microsoft.com/office/drawing/2014/main" id="{08A7CB73-B1C8-7530-102A-F53CB6690DF1}"/>
              </a:ext>
            </a:extLst>
          </p:cNvPr>
          <p:cNvSpPr txBox="1"/>
          <p:nvPr/>
        </p:nvSpPr>
        <p:spPr>
          <a:xfrm>
            <a:off x="628650" y="1494503"/>
            <a:ext cx="7717682" cy="4205126"/>
          </a:xfrm>
          <a:prstGeom prst="rect">
            <a:avLst/>
          </a:prstGeom>
          <a:noFill/>
        </p:spPr>
        <p:txBody>
          <a:bodyPr wrap="square" rtlCol="0">
            <a:spAutoFit/>
          </a:bodyPr>
          <a:lstStyle/>
          <a:p>
            <a:pPr indent="266700" algn="just">
              <a:lnSpc>
                <a:spcPct val="150000"/>
              </a:lnSpc>
            </a:pPr>
            <a:r>
              <a:rPr lang="en-US" altLang="zh-CN" sz="1800" b="1" kern="100">
                <a:effectLst/>
                <a:latin typeface="等线" panose="02010600030101010101" pitchFamily="2" charset="-122"/>
                <a:ea typeface="等线" panose="02010600030101010101" pitchFamily="2" charset="-122"/>
                <a:cs typeface="Arial" panose="020B0604020202020204" pitchFamily="34" charset="0"/>
              </a:rPr>
              <a:t>Hardware</a:t>
            </a:r>
            <a:r>
              <a:rPr lang="en-US" altLang="zh-CN" sz="1800" kern="100">
                <a:effectLst/>
                <a:latin typeface="等线" panose="02010600030101010101" pitchFamily="2" charset="-122"/>
                <a:ea typeface="等线" panose="02010600030101010101" pitchFamily="2" charset="-122"/>
                <a:cs typeface="Arial" panose="020B0604020202020204" pitchFamily="34" charset="0"/>
              </a:rPr>
              <a:t>: </a:t>
            </a:r>
            <a:endParaRPr lang="zh-CN" altLang="zh-CN" sz="1800" kern="100">
              <a:effectLst/>
              <a:latin typeface="等线" panose="02010600030101010101" pitchFamily="2" charset="-122"/>
              <a:ea typeface="等线" panose="02010600030101010101" pitchFamily="2" charset="-122"/>
              <a:cs typeface="Arial" panose="020B0604020202020204" pitchFamily="34" charset="0"/>
            </a:endParaRPr>
          </a:p>
          <a:p>
            <a:pPr marL="342900" lvl="0" indent="-342900" algn="just">
              <a:lnSpc>
                <a:spcPct val="150000"/>
              </a:lnSpc>
              <a:buFont typeface="Wingdings" panose="05000000000000000000" pitchFamily="2" charset="2"/>
              <a:buChar char=""/>
            </a:pPr>
            <a:r>
              <a:rPr lang="en-US" altLang="zh-CN" sz="1800" b="1" kern="100">
                <a:effectLst/>
                <a:latin typeface="等线" panose="02010600030101010101" pitchFamily="2" charset="-122"/>
                <a:ea typeface="等线" panose="02010600030101010101" pitchFamily="2" charset="-122"/>
                <a:cs typeface="Arial" panose="020B0604020202020204" pitchFamily="34" charset="0"/>
              </a:rPr>
              <a:t>Model Training:</a:t>
            </a:r>
            <a:r>
              <a:rPr lang="en-US" altLang="zh-CN" sz="1800" kern="100">
                <a:effectLst/>
                <a:latin typeface="等线" panose="02010600030101010101" pitchFamily="2" charset="-122"/>
                <a:ea typeface="等线" panose="02010600030101010101" pitchFamily="2" charset="-122"/>
                <a:cs typeface="Arial" panose="020B0604020202020204" pitchFamily="34" charset="0"/>
              </a:rPr>
              <a:t> A local or cloud-based system equipped with an RTX 3090 GPU.</a:t>
            </a:r>
            <a:endParaRPr lang="zh-CN" altLang="zh-CN" sz="1800" kern="100">
              <a:effectLst/>
              <a:latin typeface="等线" panose="02010600030101010101" pitchFamily="2" charset="-122"/>
              <a:ea typeface="等线" panose="02010600030101010101" pitchFamily="2" charset="-122"/>
              <a:cs typeface="Arial" panose="020B0604020202020204" pitchFamily="34" charset="0"/>
            </a:endParaRPr>
          </a:p>
          <a:p>
            <a:pPr marL="342900" lvl="0" indent="-342900" algn="just">
              <a:lnSpc>
                <a:spcPct val="150000"/>
              </a:lnSpc>
              <a:buFont typeface="Wingdings" panose="05000000000000000000" pitchFamily="2" charset="2"/>
              <a:buChar char=""/>
            </a:pPr>
            <a:r>
              <a:rPr lang="en-US" altLang="zh-CN" sz="1800" b="1" kern="100">
                <a:effectLst/>
                <a:latin typeface="等线" panose="02010600030101010101" pitchFamily="2" charset="-122"/>
                <a:ea typeface="等线" panose="02010600030101010101" pitchFamily="2" charset="-122"/>
                <a:cs typeface="Arial" panose="020B0604020202020204" pitchFamily="34" charset="0"/>
              </a:rPr>
              <a:t>Deploying &amp; Usage:</a:t>
            </a:r>
            <a:r>
              <a:rPr lang="en-US" altLang="zh-CN" sz="1800" kern="100">
                <a:effectLst/>
                <a:latin typeface="等线" panose="02010600030101010101" pitchFamily="2" charset="-122"/>
                <a:ea typeface="等线" panose="02010600030101010101" pitchFamily="2" charset="-122"/>
                <a:cs typeface="Arial" panose="020B0604020202020204" pitchFamily="34" charset="0"/>
              </a:rPr>
              <a:t> A Windows 10/11 64-bit system (local or cloud-based) with a camera and at least 2GB of available disk space.</a:t>
            </a:r>
          </a:p>
          <a:p>
            <a:pPr marL="342900" lvl="0" indent="-342900" algn="just">
              <a:lnSpc>
                <a:spcPct val="150000"/>
              </a:lnSpc>
              <a:buFont typeface="Wingdings" panose="05000000000000000000" pitchFamily="2" charset="2"/>
              <a:buChar char=""/>
            </a:pPr>
            <a:endParaRPr lang="zh-CN" altLang="zh-CN" sz="1800" kern="100">
              <a:effectLst/>
              <a:latin typeface="等线" panose="02010600030101010101" pitchFamily="2" charset="-122"/>
              <a:ea typeface="等线" panose="02010600030101010101" pitchFamily="2" charset="-122"/>
              <a:cs typeface="Arial" panose="020B0604020202020204" pitchFamily="34" charset="0"/>
            </a:endParaRPr>
          </a:p>
          <a:p>
            <a:pPr indent="266700" algn="just">
              <a:lnSpc>
                <a:spcPct val="150000"/>
              </a:lnSpc>
            </a:pPr>
            <a:r>
              <a:rPr lang="en-US" altLang="zh-CN" sz="1800" b="1" kern="100">
                <a:effectLst/>
                <a:latin typeface="等线" panose="02010600030101010101" pitchFamily="2" charset="-122"/>
                <a:ea typeface="等线" panose="02010600030101010101" pitchFamily="2" charset="-122"/>
                <a:cs typeface="Arial" panose="020B0604020202020204" pitchFamily="34" charset="0"/>
              </a:rPr>
              <a:t>Software</a:t>
            </a:r>
            <a:r>
              <a:rPr lang="en-US" altLang="zh-CN" sz="1800" kern="100">
                <a:effectLst/>
                <a:latin typeface="等线" panose="02010600030101010101" pitchFamily="2" charset="-122"/>
                <a:ea typeface="等线" panose="02010600030101010101" pitchFamily="2" charset="-122"/>
                <a:cs typeface="Arial" panose="020B0604020202020204" pitchFamily="34" charset="0"/>
              </a:rPr>
              <a:t>:</a:t>
            </a:r>
            <a:endParaRPr lang="zh-CN" altLang="zh-CN" sz="1800" kern="100">
              <a:effectLst/>
              <a:latin typeface="等线" panose="02010600030101010101" pitchFamily="2" charset="-122"/>
              <a:ea typeface="等线" panose="02010600030101010101" pitchFamily="2" charset="-122"/>
              <a:cs typeface="Arial" panose="020B0604020202020204" pitchFamily="34" charset="0"/>
            </a:endParaRPr>
          </a:p>
          <a:p>
            <a:pPr marL="342900" lvl="0" indent="-342900" algn="just">
              <a:lnSpc>
                <a:spcPct val="150000"/>
              </a:lnSpc>
              <a:buFont typeface="Wingdings" panose="05000000000000000000" pitchFamily="2" charset="2"/>
              <a:buChar char=""/>
            </a:pPr>
            <a:r>
              <a:rPr lang="en-US" altLang="zh-CN" sz="1800" b="1" kern="100">
                <a:effectLst/>
                <a:latin typeface="等线" panose="02010600030101010101" pitchFamily="2" charset="-122"/>
                <a:ea typeface="等线" panose="02010600030101010101" pitchFamily="2" charset="-122"/>
                <a:cs typeface="Arial" panose="020B0604020202020204" pitchFamily="34" charset="0"/>
              </a:rPr>
              <a:t>Front End:</a:t>
            </a:r>
            <a:r>
              <a:rPr lang="en-US" altLang="zh-CN" sz="1800" kern="100">
                <a:effectLst/>
                <a:latin typeface="等线" panose="02010600030101010101" pitchFamily="2" charset="-122"/>
                <a:ea typeface="等线" panose="02010600030101010101" pitchFamily="2" charset="-122"/>
                <a:cs typeface="Arial" panose="020B0604020202020204" pitchFamily="34" charset="0"/>
              </a:rPr>
              <a:t> Window device</a:t>
            </a:r>
            <a:endParaRPr lang="zh-CN" altLang="zh-CN" sz="1800" kern="100">
              <a:effectLst/>
              <a:latin typeface="等线" panose="02010600030101010101" pitchFamily="2" charset="-122"/>
              <a:ea typeface="等线" panose="02010600030101010101" pitchFamily="2" charset="-122"/>
              <a:cs typeface="Arial" panose="020B0604020202020204" pitchFamily="34" charset="0"/>
            </a:endParaRPr>
          </a:p>
          <a:p>
            <a:pPr marL="342900" lvl="0" indent="-342900" algn="just">
              <a:lnSpc>
                <a:spcPct val="150000"/>
              </a:lnSpc>
              <a:buFont typeface="Wingdings" panose="05000000000000000000" pitchFamily="2" charset="2"/>
              <a:buChar char=""/>
            </a:pPr>
            <a:r>
              <a:rPr lang="en-US" altLang="zh-CN" sz="1800" b="1" kern="100">
                <a:effectLst/>
                <a:latin typeface="等线" panose="02010600030101010101" pitchFamily="2" charset="-122"/>
                <a:ea typeface="等线" panose="02010600030101010101" pitchFamily="2" charset="-122"/>
                <a:cs typeface="Arial" panose="020B0604020202020204" pitchFamily="34" charset="0"/>
              </a:rPr>
              <a:t>Back End</a:t>
            </a:r>
            <a:r>
              <a:rPr lang="en-US" altLang="zh-CN" sz="1800" kern="100">
                <a:effectLst/>
                <a:latin typeface="等线" panose="02010600030101010101" pitchFamily="2" charset="-122"/>
                <a:ea typeface="等线" panose="02010600030101010101" pitchFamily="2" charset="-122"/>
                <a:cs typeface="Arial" panose="020B0604020202020204" pitchFamily="34" charset="0"/>
              </a:rPr>
              <a:t>: Fine-tuned: YOLOv8 model</a:t>
            </a:r>
            <a:endParaRPr lang="zh-CN" altLang="zh-CN" sz="1800" kern="100">
              <a:effectLst/>
              <a:latin typeface="等线" panose="02010600030101010101" pitchFamily="2" charset="-122"/>
              <a:ea typeface="等线" panose="02010600030101010101" pitchFamily="2" charset="-122"/>
              <a:cs typeface="Arial" panose="020B0604020202020204" pitchFamily="34" charset="0"/>
            </a:endParaRPr>
          </a:p>
          <a:p>
            <a:pPr marL="342900" lvl="0" indent="-342900" algn="just">
              <a:lnSpc>
                <a:spcPct val="150000"/>
              </a:lnSpc>
              <a:buFont typeface="Wingdings" panose="05000000000000000000" pitchFamily="2" charset="2"/>
              <a:buChar char=""/>
            </a:pPr>
            <a:r>
              <a:rPr lang="en-US" altLang="zh-CN" sz="1800" b="1" kern="100">
                <a:effectLst/>
                <a:latin typeface="等线" panose="02010600030101010101" pitchFamily="2" charset="-122"/>
                <a:ea typeface="等线" panose="02010600030101010101" pitchFamily="2" charset="-122"/>
                <a:cs typeface="Arial" panose="020B0604020202020204" pitchFamily="34" charset="0"/>
              </a:rPr>
              <a:t>Programming Languages</a:t>
            </a:r>
            <a:r>
              <a:rPr lang="en-US" altLang="zh-CN" sz="1800" kern="100">
                <a:effectLst/>
                <a:latin typeface="等线" panose="02010600030101010101" pitchFamily="2" charset="-122"/>
                <a:ea typeface="等线" panose="02010600030101010101" pitchFamily="2" charset="-122"/>
                <a:cs typeface="Arial" panose="020B0604020202020204" pitchFamily="34" charset="0"/>
              </a:rPr>
              <a:t>: Python, C++</a:t>
            </a:r>
            <a:endParaRPr lang="zh-CN" altLang="zh-CN" sz="1800" kern="100">
              <a:effectLst/>
              <a:latin typeface="等线" panose="02010600030101010101" pitchFamily="2" charset="-122"/>
              <a:ea typeface="等线" panose="02010600030101010101" pitchFamily="2" charset="-122"/>
              <a:cs typeface="Arial" panose="020B0604020202020204" pitchFamily="34" charset="0"/>
            </a:endParaRPr>
          </a:p>
        </p:txBody>
      </p:sp>
      <p:sp>
        <p:nvSpPr>
          <p:cNvPr id="5" name="文本占位符 2">
            <a:extLst>
              <a:ext uri="{FF2B5EF4-FFF2-40B4-BE49-F238E27FC236}">
                <a16:creationId xmlns:a16="http://schemas.microsoft.com/office/drawing/2014/main" id="{62027534-14B5-17C1-569E-058D923BAB8C}"/>
              </a:ext>
            </a:extLst>
          </p:cNvPr>
          <p:cNvSpPr>
            <a:spLocks noGrp="1"/>
          </p:cNvSpPr>
          <p:nvPr>
            <p:ph type="body" sz="quarter" idx="13"/>
          </p:nvPr>
        </p:nvSpPr>
        <p:spPr>
          <a:xfrm>
            <a:off x="690037" y="950748"/>
            <a:ext cx="4553171" cy="389399"/>
          </a:xfrm>
        </p:spPr>
        <p:txBody>
          <a:bodyPr>
            <a:normAutofit fontScale="92500" lnSpcReduction="10000"/>
          </a:bodyPr>
          <a:lstStyle/>
          <a:p>
            <a:pPr marL="0" indent="0">
              <a:buNone/>
            </a:pPr>
            <a:r>
              <a:rPr lang="en-US" altLang="zh-CN" sz="2400" b="1">
                <a:solidFill>
                  <a:schemeClr val="accent1"/>
                </a:solidFill>
              </a:rPr>
              <a:t>Resources Requirements</a:t>
            </a:r>
            <a:endParaRPr lang="zh-CN" altLang="en-US" sz="2400" b="1">
              <a:solidFill>
                <a:schemeClr val="accent1"/>
              </a:solidFill>
            </a:endParaRPr>
          </a:p>
        </p:txBody>
      </p:sp>
    </p:spTree>
    <p:extLst>
      <p:ext uri="{BB962C8B-B14F-4D97-AF65-F5344CB8AC3E}">
        <p14:creationId xmlns:p14="http://schemas.microsoft.com/office/powerpoint/2010/main" val="33078422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tLang="zh-CN">
                <a:latin typeface="Arial"/>
                <a:ea typeface="黑体"/>
                <a:cs typeface="Arial"/>
              </a:rPr>
              <a:t>3.2 Responsibility Distribution</a:t>
            </a:r>
            <a:endParaRPr lang="zh-CN" altLang="en-US">
              <a:latin typeface="Arial"/>
              <a:ea typeface="黑体"/>
              <a:cs typeface="Arial"/>
            </a:endParaRPr>
          </a:p>
        </p:txBody>
      </p:sp>
      <p:sp>
        <p:nvSpPr>
          <p:cNvPr id="2" name="Slide Number Placeholder 1"/>
          <p:cNvSpPr>
            <a:spLocks noGrp="1"/>
          </p:cNvSpPr>
          <p:nvPr>
            <p:ph type="sldNum" sz="quarter" idx="4"/>
          </p:nvPr>
        </p:nvSpPr>
        <p:spPr/>
        <p:txBody>
          <a:bodyPr/>
          <a:lstStyle/>
          <a:p>
            <a:pPr algn="ctr"/>
            <a:r>
              <a:rPr lang="en-SG"/>
              <a:t>Page </a:t>
            </a:r>
            <a:fld id="{2F63C605-4FC6-46DE-BC90-871762EA3F52}" type="slidenum">
              <a:rPr lang="en-SG" smtClean="0"/>
              <a:t>17</a:t>
            </a:fld>
            <a:endParaRPr lang="en-SG"/>
          </a:p>
        </p:txBody>
      </p:sp>
      <p:graphicFrame>
        <p:nvGraphicFramePr>
          <p:cNvPr id="3" name="表格 2">
            <a:extLst>
              <a:ext uri="{FF2B5EF4-FFF2-40B4-BE49-F238E27FC236}">
                <a16:creationId xmlns:a16="http://schemas.microsoft.com/office/drawing/2014/main" id="{5ECA02BE-19B9-F01B-39E2-7980E5426FED}"/>
              </a:ext>
            </a:extLst>
          </p:cNvPr>
          <p:cNvGraphicFramePr>
            <a:graphicFrameLocks noGrp="1"/>
          </p:cNvGraphicFramePr>
          <p:nvPr>
            <p:extLst>
              <p:ext uri="{D42A27DB-BD31-4B8C-83A1-F6EECF244321}">
                <p14:modId xmlns:p14="http://schemas.microsoft.com/office/powerpoint/2010/main" val="2064138840"/>
              </p:ext>
            </p:extLst>
          </p:nvPr>
        </p:nvGraphicFramePr>
        <p:xfrm>
          <a:off x="459450" y="1366735"/>
          <a:ext cx="8225100" cy="4124529"/>
        </p:xfrm>
        <a:graphic>
          <a:graphicData uri="http://schemas.openxmlformats.org/drawingml/2006/table">
            <a:tbl>
              <a:tblPr firstRow="1" firstCol="1" bandRow="1">
                <a:tableStyleId>{5C22544A-7EE6-4342-B048-85BDC9FD1C3A}</a:tableStyleId>
              </a:tblPr>
              <a:tblGrid>
                <a:gridCol w="1661525">
                  <a:extLst>
                    <a:ext uri="{9D8B030D-6E8A-4147-A177-3AD203B41FA5}">
                      <a16:colId xmlns:a16="http://schemas.microsoft.com/office/drawing/2014/main" val="1213184825"/>
                    </a:ext>
                  </a:extLst>
                </a:gridCol>
                <a:gridCol w="1661525">
                  <a:extLst>
                    <a:ext uri="{9D8B030D-6E8A-4147-A177-3AD203B41FA5}">
                      <a16:colId xmlns:a16="http://schemas.microsoft.com/office/drawing/2014/main" val="1119824592"/>
                    </a:ext>
                  </a:extLst>
                </a:gridCol>
                <a:gridCol w="4902050">
                  <a:extLst>
                    <a:ext uri="{9D8B030D-6E8A-4147-A177-3AD203B41FA5}">
                      <a16:colId xmlns:a16="http://schemas.microsoft.com/office/drawing/2014/main" val="275241359"/>
                    </a:ext>
                  </a:extLst>
                </a:gridCol>
              </a:tblGrid>
              <a:tr h="307418">
                <a:tc>
                  <a:txBody>
                    <a:bodyPr/>
                    <a:lstStyle/>
                    <a:p>
                      <a:pPr algn="ctr"/>
                      <a:r>
                        <a:rPr lang="en-US" sz="1500" kern="100">
                          <a:effectLst/>
                        </a:rPr>
                        <a:t>Full Name</a:t>
                      </a:r>
                      <a:endParaRPr lang="zh-CN" sz="1500" kern="100">
                        <a:effectLst/>
                        <a:latin typeface="等线" panose="02010600030101010101" pitchFamily="2" charset="-122"/>
                        <a:ea typeface="等线" panose="02010600030101010101" pitchFamily="2" charset="-122"/>
                        <a:cs typeface="Arial" panose="020B0604020202020204" pitchFamily="34" charset="0"/>
                      </a:endParaRPr>
                    </a:p>
                  </a:txBody>
                  <a:tcPr marL="89892" marR="89892" marT="0" marB="0" anchor="ctr"/>
                </a:tc>
                <a:tc>
                  <a:txBody>
                    <a:bodyPr/>
                    <a:lstStyle/>
                    <a:p>
                      <a:pPr algn="ctr"/>
                      <a:r>
                        <a:rPr lang="en-US" sz="1500" kern="100">
                          <a:effectLst/>
                        </a:rPr>
                        <a:t>Student ID</a:t>
                      </a:r>
                      <a:endParaRPr lang="zh-CN" sz="1500" kern="100">
                        <a:effectLst/>
                        <a:latin typeface="等线" panose="02010600030101010101" pitchFamily="2" charset="-122"/>
                        <a:ea typeface="等线" panose="02010600030101010101" pitchFamily="2" charset="-122"/>
                        <a:cs typeface="Arial" panose="020B0604020202020204" pitchFamily="34" charset="0"/>
                      </a:endParaRPr>
                    </a:p>
                  </a:txBody>
                  <a:tcPr marL="89892" marR="89892" marT="0" marB="0" anchor="ctr"/>
                </a:tc>
                <a:tc>
                  <a:txBody>
                    <a:bodyPr/>
                    <a:lstStyle/>
                    <a:p>
                      <a:pPr algn="ctr"/>
                      <a:r>
                        <a:rPr lang="en-US" sz="1500" kern="100">
                          <a:effectLst/>
                        </a:rPr>
                        <a:t>Roles and Responsibility</a:t>
                      </a:r>
                      <a:endParaRPr lang="zh-CN" sz="1500" kern="100">
                        <a:effectLst/>
                        <a:latin typeface="等线" panose="02010600030101010101" pitchFamily="2" charset="-122"/>
                        <a:ea typeface="等线" panose="02010600030101010101" pitchFamily="2" charset="-122"/>
                        <a:cs typeface="Arial" panose="020B0604020202020204" pitchFamily="34" charset="0"/>
                      </a:endParaRPr>
                    </a:p>
                  </a:txBody>
                  <a:tcPr marL="89892" marR="89892" marT="0" marB="0" anchor="ctr"/>
                </a:tc>
                <a:extLst>
                  <a:ext uri="{0D108BD9-81ED-4DB2-BD59-A6C34878D82A}">
                    <a16:rowId xmlns:a16="http://schemas.microsoft.com/office/drawing/2014/main" val="3366736156"/>
                  </a:ext>
                </a:extLst>
              </a:tr>
              <a:tr h="614837">
                <a:tc>
                  <a:txBody>
                    <a:bodyPr/>
                    <a:lstStyle/>
                    <a:p>
                      <a:pPr algn="ctr"/>
                      <a:r>
                        <a:rPr lang="en-US" sz="1500" kern="100">
                          <a:effectLst/>
                        </a:rPr>
                        <a:t>Gong Xinyu</a:t>
                      </a:r>
                      <a:endParaRPr lang="zh-CN" sz="1500" kern="100">
                        <a:effectLst/>
                        <a:latin typeface="等线" panose="02010600030101010101" pitchFamily="2" charset="-122"/>
                        <a:ea typeface="等线" panose="02010600030101010101" pitchFamily="2" charset="-122"/>
                        <a:cs typeface="Arial" panose="020B0604020202020204" pitchFamily="34" charset="0"/>
                      </a:endParaRPr>
                    </a:p>
                  </a:txBody>
                  <a:tcPr marL="89892" marR="89892" marT="0" marB="0" anchor="ctr"/>
                </a:tc>
                <a:tc>
                  <a:txBody>
                    <a:bodyPr/>
                    <a:lstStyle/>
                    <a:p>
                      <a:pPr algn="ctr"/>
                      <a:r>
                        <a:rPr lang="en-US" sz="1500" kern="100">
                          <a:effectLst/>
                        </a:rPr>
                        <a:t>A0295988W</a:t>
                      </a:r>
                      <a:endParaRPr lang="zh-CN" sz="1500" kern="100">
                        <a:effectLst/>
                        <a:latin typeface="等线" panose="02010600030101010101" pitchFamily="2" charset="-122"/>
                        <a:ea typeface="等线" panose="02010600030101010101" pitchFamily="2" charset="-122"/>
                        <a:cs typeface="Arial" panose="020B0604020202020204" pitchFamily="34" charset="0"/>
                      </a:endParaRPr>
                    </a:p>
                  </a:txBody>
                  <a:tcPr marL="89892" marR="89892" marT="0" marB="0" anchor="ctr"/>
                </a:tc>
                <a:tc>
                  <a:txBody>
                    <a:bodyPr/>
                    <a:lstStyle/>
                    <a:p>
                      <a:pPr marL="342900" lvl="0" indent="-342900" algn="just">
                        <a:spcBef>
                          <a:spcPts val="600"/>
                        </a:spcBef>
                        <a:spcAft>
                          <a:spcPts val="0"/>
                        </a:spcAft>
                        <a:buFont typeface="Wingdings" panose="05000000000000000000" pitchFamily="2" charset="2"/>
                        <a:buChar char=""/>
                      </a:pPr>
                      <a:r>
                        <a:rPr lang="en-US" sz="1500" kern="100">
                          <a:effectLst/>
                        </a:rPr>
                        <a:t>Marketing Researcher</a:t>
                      </a:r>
                      <a:endParaRPr lang="zh-CN" sz="1500" kern="100">
                        <a:effectLst/>
                      </a:endParaRPr>
                    </a:p>
                    <a:p>
                      <a:pPr marL="342900" lvl="0" indent="-342900" algn="just">
                        <a:spcAft>
                          <a:spcPts val="600"/>
                        </a:spcAft>
                        <a:buFont typeface="Wingdings" panose="05000000000000000000" pitchFamily="2" charset="2"/>
                        <a:buChar char=""/>
                      </a:pPr>
                      <a:r>
                        <a:rPr lang="en-US" sz="1500" kern="100">
                          <a:effectLst/>
                        </a:rPr>
                        <a:t>Record Page Developer</a:t>
                      </a:r>
                      <a:endParaRPr lang="zh-CN" sz="1500" kern="100">
                        <a:effectLst/>
                        <a:latin typeface="等线" panose="02010600030101010101" pitchFamily="2" charset="-122"/>
                        <a:ea typeface="等线" panose="02010600030101010101" pitchFamily="2" charset="-122"/>
                        <a:cs typeface="Arial" panose="020B0604020202020204" pitchFamily="34" charset="0"/>
                      </a:endParaRPr>
                    </a:p>
                  </a:txBody>
                  <a:tcPr marL="89892" marR="89892" marT="0" marB="0" anchor="ctr"/>
                </a:tc>
                <a:extLst>
                  <a:ext uri="{0D108BD9-81ED-4DB2-BD59-A6C34878D82A}">
                    <a16:rowId xmlns:a16="http://schemas.microsoft.com/office/drawing/2014/main" val="3526481609"/>
                  </a:ext>
                </a:extLst>
              </a:tr>
              <a:tr h="614837">
                <a:tc>
                  <a:txBody>
                    <a:bodyPr/>
                    <a:lstStyle/>
                    <a:p>
                      <a:pPr algn="ctr"/>
                      <a:r>
                        <a:rPr lang="en-US" sz="1500" kern="100">
                          <a:effectLst/>
                        </a:rPr>
                        <a:t>Liu Peilin</a:t>
                      </a:r>
                      <a:endParaRPr lang="zh-CN" sz="1500" kern="100">
                        <a:effectLst/>
                        <a:latin typeface="等线" panose="02010600030101010101" pitchFamily="2" charset="-122"/>
                        <a:ea typeface="等线" panose="02010600030101010101" pitchFamily="2" charset="-122"/>
                        <a:cs typeface="Arial" panose="020B0604020202020204" pitchFamily="34" charset="0"/>
                      </a:endParaRPr>
                    </a:p>
                  </a:txBody>
                  <a:tcPr marL="89892" marR="89892" marT="0" marB="0" anchor="ctr"/>
                </a:tc>
                <a:tc>
                  <a:txBody>
                    <a:bodyPr/>
                    <a:lstStyle/>
                    <a:p>
                      <a:pPr algn="ctr"/>
                      <a:r>
                        <a:rPr lang="en-US" sz="1500" kern="100">
                          <a:effectLst/>
                        </a:rPr>
                        <a:t>A0291951X</a:t>
                      </a:r>
                      <a:endParaRPr lang="zh-CN" sz="1500" kern="100">
                        <a:effectLst/>
                        <a:latin typeface="等线" panose="02010600030101010101" pitchFamily="2" charset="-122"/>
                        <a:ea typeface="等线" panose="02010600030101010101" pitchFamily="2" charset="-122"/>
                        <a:cs typeface="Arial" panose="020B0604020202020204" pitchFamily="34" charset="0"/>
                      </a:endParaRPr>
                    </a:p>
                  </a:txBody>
                  <a:tcPr marL="89892" marR="89892" marT="0" marB="0" anchor="ctr"/>
                </a:tc>
                <a:tc>
                  <a:txBody>
                    <a:bodyPr/>
                    <a:lstStyle/>
                    <a:p>
                      <a:pPr marL="342900" lvl="0" indent="-342900" algn="just">
                        <a:spcBef>
                          <a:spcPts val="600"/>
                        </a:spcBef>
                        <a:spcAft>
                          <a:spcPts val="0"/>
                        </a:spcAft>
                        <a:buFont typeface="Wingdings" panose="05000000000000000000" pitchFamily="2" charset="2"/>
                        <a:buChar char=""/>
                      </a:pPr>
                      <a:r>
                        <a:rPr lang="en-US" sz="1500" kern="100">
                          <a:effectLst/>
                        </a:rPr>
                        <a:t>Study Page Developer</a:t>
                      </a:r>
                      <a:endParaRPr lang="zh-CN" sz="1500" kern="100">
                        <a:effectLst/>
                      </a:endParaRPr>
                    </a:p>
                    <a:p>
                      <a:pPr marL="342900" lvl="0" indent="-342900" algn="just">
                        <a:spcAft>
                          <a:spcPts val="600"/>
                        </a:spcAft>
                        <a:buFont typeface="Wingdings" panose="05000000000000000000" pitchFamily="2" charset="2"/>
                        <a:buChar char=""/>
                      </a:pPr>
                      <a:r>
                        <a:rPr lang="en-US" sz="1500" kern="100">
                          <a:effectLst/>
                        </a:rPr>
                        <a:t>UI/UX Developer</a:t>
                      </a:r>
                      <a:endParaRPr lang="zh-CN" sz="1500" kern="100">
                        <a:effectLst/>
                        <a:latin typeface="等线" panose="02010600030101010101" pitchFamily="2" charset="-122"/>
                        <a:ea typeface="等线" panose="02010600030101010101" pitchFamily="2" charset="-122"/>
                        <a:cs typeface="Arial" panose="020B0604020202020204" pitchFamily="34" charset="0"/>
                      </a:endParaRPr>
                    </a:p>
                  </a:txBody>
                  <a:tcPr marL="89892" marR="89892" marT="0" marB="0" anchor="ctr"/>
                </a:tc>
                <a:extLst>
                  <a:ext uri="{0D108BD9-81ED-4DB2-BD59-A6C34878D82A}">
                    <a16:rowId xmlns:a16="http://schemas.microsoft.com/office/drawing/2014/main" val="1791914284"/>
                  </a:ext>
                </a:extLst>
              </a:tr>
              <a:tr h="1050345">
                <a:tc>
                  <a:txBody>
                    <a:bodyPr/>
                    <a:lstStyle/>
                    <a:p>
                      <a:pPr algn="ctr"/>
                      <a:r>
                        <a:rPr lang="en-US" sz="1500" kern="100">
                          <a:effectLst/>
                        </a:rPr>
                        <a:t>Su Chang</a:t>
                      </a:r>
                      <a:endParaRPr lang="zh-CN" sz="1500" kern="100">
                        <a:effectLst/>
                        <a:latin typeface="等线" panose="02010600030101010101" pitchFamily="2" charset="-122"/>
                        <a:ea typeface="等线" panose="02010600030101010101" pitchFamily="2" charset="-122"/>
                        <a:cs typeface="Arial" panose="020B0604020202020204" pitchFamily="34" charset="0"/>
                      </a:endParaRPr>
                    </a:p>
                  </a:txBody>
                  <a:tcPr marL="89892" marR="89892" marT="0" marB="0" anchor="ctr"/>
                </a:tc>
                <a:tc>
                  <a:txBody>
                    <a:bodyPr/>
                    <a:lstStyle/>
                    <a:p>
                      <a:pPr algn="ctr"/>
                      <a:r>
                        <a:rPr lang="en-US" sz="1500" kern="100">
                          <a:effectLst/>
                        </a:rPr>
                        <a:t>A0296250A</a:t>
                      </a:r>
                      <a:endParaRPr lang="zh-CN" sz="1500" kern="100">
                        <a:effectLst/>
                        <a:latin typeface="等线" panose="02010600030101010101" pitchFamily="2" charset="-122"/>
                        <a:ea typeface="等线" panose="02010600030101010101" pitchFamily="2" charset="-122"/>
                        <a:cs typeface="Arial" panose="020B0604020202020204" pitchFamily="34" charset="0"/>
                      </a:endParaRPr>
                    </a:p>
                  </a:txBody>
                  <a:tcPr marL="89892" marR="89892" marT="0" marB="0" anchor="ctr"/>
                </a:tc>
                <a:tc>
                  <a:txBody>
                    <a:bodyPr/>
                    <a:lstStyle/>
                    <a:p>
                      <a:pPr marL="342900" lvl="0" indent="-342900" algn="just">
                        <a:spcBef>
                          <a:spcPts val="600"/>
                        </a:spcBef>
                        <a:spcAft>
                          <a:spcPts val="0"/>
                        </a:spcAft>
                        <a:buFont typeface="Wingdings" panose="05000000000000000000" pitchFamily="2" charset="2"/>
                        <a:buChar char=""/>
                      </a:pPr>
                      <a:r>
                        <a:rPr lang="en-US" sz="1500" kern="100">
                          <a:effectLst/>
                        </a:rPr>
                        <a:t>Administrative Leader</a:t>
                      </a:r>
                      <a:endParaRPr lang="zh-CN" sz="1500" kern="100">
                        <a:effectLst/>
                      </a:endParaRPr>
                    </a:p>
                    <a:p>
                      <a:pPr marL="342900" lvl="0" indent="-342900" algn="just">
                        <a:spcBef>
                          <a:spcPts val="600"/>
                        </a:spcBef>
                        <a:spcAft>
                          <a:spcPts val="0"/>
                        </a:spcAft>
                        <a:buFont typeface="Wingdings" panose="05000000000000000000" pitchFamily="2" charset="2"/>
                        <a:buChar char=""/>
                      </a:pPr>
                      <a:r>
                        <a:rPr lang="en-US" sz="1500" kern="100">
                          <a:effectLst/>
                        </a:rPr>
                        <a:t>Game Part Developer</a:t>
                      </a:r>
                      <a:endParaRPr lang="zh-CN" sz="1500" kern="100">
                        <a:effectLst/>
                      </a:endParaRPr>
                    </a:p>
                    <a:p>
                      <a:pPr marL="342900" lvl="0" indent="-342900" algn="just">
                        <a:spcAft>
                          <a:spcPts val="600"/>
                        </a:spcAft>
                        <a:buFont typeface="Wingdings" panose="05000000000000000000" pitchFamily="2" charset="2"/>
                        <a:buChar char=""/>
                      </a:pPr>
                      <a:r>
                        <a:rPr lang="en-US" sz="1500" kern="100">
                          <a:effectLst/>
                        </a:rPr>
                        <a:t>System Integrator and Optimizer</a:t>
                      </a:r>
                      <a:endParaRPr lang="zh-CN" sz="1500" kern="100">
                        <a:effectLst/>
                        <a:latin typeface="等线" panose="02010600030101010101" pitchFamily="2" charset="-122"/>
                        <a:ea typeface="等线" panose="02010600030101010101" pitchFamily="2" charset="-122"/>
                        <a:cs typeface="Arial" panose="020B0604020202020204" pitchFamily="34" charset="0"/>
                      </a:endParaRPr>
                    </a:p>
                  </a:txBody>
                  <a:tcPr marL="89892" marR="89892" marT="0" marB="0" anchor="ctr"/>
                </a:tc>
                <a:extLst>
                  <a:ext uri="{0D108BD9-81ED-4DB2-BD59-A6C34878D82A}">
                    <a16:rowId xmlns:a16="http://schemas.microsoft.com/office/drawing/2014/main" val="1232633121"/>
                  </a:ext>
                </a:extLst>
              </a:tr>
              <a:tr h="922255">
                <a:tc>
                  <a:txBody>
                    <a:bodyPr/>
                    <a:lstStyle/>
                    <a:p>
                      <a:pPr algn="ctr"/>
                      <a:r>
                        <a:rPr lang="en-US" sz="1500" kern="100">
                          <a:effectLst/>
                        </a:rPr>
                        <a:t>Wang Xinji</a:t>
                      </a:r>
                      <a:endParaRPr lang="zh-CN" sz="1500" kern="100">
                        <a:effectLst/>
                        <a:latin typeface="等线" panose="02010600030101010101" pitchFamily="2" charset="-122"/>
                        <a:ea typeface="等线" panose="02010600030101010101" pitchFamily="2" charset="-122"/>
                        <a:cs typeface="Arial" panose="020B0604020202020204" pitchFamily="34" charset="0"/>
                      </a:endParaRPr>
                    </a:p>
                  </a:txBody>
                  <a:tcPr marL="89892" marR="89892" marT="0" marB="0" anchor="ctr"/>
                </a:tc>
                <a:tc>
                  <a:txBody>
                    <a:bodyPr/>
                    <a:lstStyle/>
                    <a:p>
                      <a:pPr algn="ctr"/>
                      <a:r>
                        <a:rPr lang="en-US" sz="1500" kern="100">
                          <a:effectLst/>
                        </a:rPr>
                        <a:t>A0265810H</a:t>
                      </a:r>
                      <a:endParaRPr lang="zh-CN" sz="1500" kern="100">
                        <a:effectLst/>
                        <a:latin typeface="等线" panose="02010600030101010101" pitchFamily="2" charset="-122"/>
                        <a:ea typeface="等线" panose="02010600030101010101" pitchFamily="2" charset="-122"/>
                        <a:cs typeface="Arial" panose="020B0604020202020204" pitchFamily="34" charset="0"/>
                      </a:endParaRPr>
                    </a:p>
                  </a:txBody>
                  <a:tcPr marL="89892" marR="89892" marT="0" marB="0" anchor="ctr"/>
                </a:tc>
                <a:tc>
                  <a:txBody>
                    <a:bodyPr/>
                    <a:lstStyle/>
                    <a:p>
                      <a:pPr marL="342900" lvl="0" indent="-342900" algn="just">
                        <a:spcBef>
                          <a:spcPts val="600"/>
                        </a:spcBef>
                        <a:spcAft>
                          <a:spcPts val="0"/>
                        </a:spcAft>
                        <a:buFont typeface="Wingdings" panose="05000000000000000000" pitchFamily="2" charset="2"/>
                        <a:buChar char=""/>
                      </a:pPr>
                      <a:r>
                        <a:rPr lang="en-US" sz="1500" kern="100">
                          <a:effectLst/>
                        </a:rPr>
                        <a:t>UI/UX Designer</a:t>
                      </a:r>
                      <a:endParaRPr lang="zh-CN" sz="1500" kern="100">
                        <a:effectLst/>
                      </a:endParaRPr>
                    </a:p>
                    <a:p>
                      <a:pPr marL="342900" lvl="0" indent="-342900" algn="just">
                        <a:buFont typeface="Wingdings" panose="05000000000000000000" pitchFamily="2" charset="2"/>
                        <a:buChar char=""/>
                      </a:pPr>
                      <a:r>
                        <a:rPr lang="en-US" sz="1500" kern="100">
                          <a:effectLst/>
                        </a:rPr>
                        <a:t>Gesture Recognition Model Trainer &amp; Tuner</a:t>
                      </a:r>
                      <a:endParaRPr lang="zh-CN" sz="1500" kern="100">
                        <a:effectLst/>
                      </a:endParaRPr>
                    </a:p>
                    <a:p>
                      <a:pPr marL="342900" lvl="0" indent="-342900" algn="just">
                        <a:spcAft>
                          <a:spcPts val="600"/>
                        </a:spcAft>
                        <a:buFont typeface="Wingdings" panose="05000000000000000000" pitchFamily="2" charset="2"/>
                        <a:buChar char=""/>
                      </a:pPr>
                      <a:r>
                        <a:rPr lang="en-US" sz="1500" kern="100">
                          <a:effectLst/>
                        </a:rPr>
                        <a:t>Test Development Engineer</a:t>
                      </a:r>
                      <a:endParaRPr lang="zh-CN" sz="1500" kern="100">
                        <a:effectLst/>
                        <a:latin typeface="等线" panose="02010600030101010101" pitchFamily="2" charset="-122"/>
                        <a:ea typeface="等线" panose="02010600030101010101" pitchFamily="2" charset="-122"/>
                        <a:cs typeface="Arial" panose="020B0604020202020204" pitchFamily="34" charset="0"/>
                      </a:endParaRPr>
                    </a:p>
                  </a:txBody>
                  <a:tcPr marL="89892" marR="89892" marT="0" marB="0" anchor="ctr"/>
                </a:tc>
                <a:extLst>
                  <a:ext uri="{0D108BD9-81ED-4DB2-BD59-A6C34878D82A}">
                    <a16:rowId xmlns:a16="http://schemas.microsoft.com/office/drawing/2014/main" val="2105635518"/>
                  </a:ext>
                </a:extLst>
              </a:tr>
              <a:tr h="614837">
                <a:tc>
                  <a:txBody>
                    <a:bodyPr/>
                    <a:lstStyle/>
                    <a:p>
                      <a:pPr algn="ctr"/>
                      <a:r>
                        <a:rPr lang="en-US" sz="1500" kern="100">
                          <a:effectLst/>
                        </a:rPr>
                        <a:t>Zhang Wenqing</a:t>
                      </a:r>
                      <a:endParaRPr lang="zh-CN" sz="1500" kern="100">
                        <a:effectLst/>
                        <a:latin typeface="等线" panose="02010600030101010101" pitchFamily="2" charset="-122"/>
                        <a:ea typeface="等线" panose="02010600030101010101" pitchFamily="2" charset="-122"/>
                        <a:cs typeface="Arial" panose="020B0604020202020204" pitchFamily="34" charset="0"/>
                      </a:endParaRPr>
                    </a:p>
                  </a:txBody>
                  <a:tcPr marL="89892" marR="89892" marT="0" marB="0" anchor="ctr"/>
                </a:tc>
                <a:tc>
                  <a:txBody>
                    <a:bodyPr/>
                    <a:lstStyle/>
                    <a:p>
                      <a:pPr algn="ctr"/>
                      <a:r>
                        <a:rPr lang="en-US" sz="1500" kern="100">
                          <a:effectLst/>
                        </a:rPr>
                        <a:t>A0296886Y</a:t>
                      </a:r>
                      <a:endParaRPr lang="zh-CN" sz="1500" kern="100">
                        <a:effectLst/>
                        <a:latin typeface="等线" panose="02010600030101010101" pitchFamily="2" charset="-122"/>
                        <a:ea typeface="等线" panose="02010600030101010101" pitchFamily="2" charset="-122"/>
                        <a:cs typeface="Arial" panose="020B0604020202020204" pitchFamily="34" charset="0"/>
                      </a:endParaRPr>
                    </a:p>
                  </a:txBody>
                  <a:tcPr marL="89892" marR="89892" marT="0" marB="0" anchor="ctr"/>
                </a:tc>
                <a:tc>
                  <a:txBody>
                    <a:bodyPr/>
                    <a:lstStyle/>
                    <a:p>
                      <a:pPr marL="342900" lvl="0" indent="-342900" algn="just">
                        <a:spcBef>
                          <a:spcPts val="600"/>
                        </a:spcBef>
                        <a:spcAft>
                          <a:spcPts val="0"/>
                        </a:spcAft>
                        <a:buFont typeface="Wingdings" panose="05000000000000000000" pitchFamily="2" charset="2"/>
                        <a:buChar char=""/>
                      </a:pPr>
                      <a:r>
                        <a:rPr lang="en-US" sz="1500" kern="100">
                          <a:effectLst/>
                        </a:rPr>
                        <a:t>Home Page Developer</a:t>
                      </a:r>
                      <a:endParaRPr lang="zh-CN" sz="1500" kern="100">
                        <a:effectLst/>
                      </a:endParaRPr>
                    </a:p>
                    <a:p>
                      <a:pPr marL="342900" lvl="0" indent="-342900" algn="just">
                        <a:spcAft>
                          <a:spcPts val="600"/>
                        </a:spcAft>
                        <a:buFont typeface="Wingdings" panose="05000000000000000000" pitchFamily="2" charset="2"/>
                        <a:buChar char=""/>
                      </a:pPr>
                      <a:r>
                        <a:rPr lang="en-US" sz="1500" kern="100">
                          <a:effectLst/>
                        </a:rPr>
                        <a:t>UI/UX Developer</a:t>
                      </a:r>
                      <a:endParaRPr lang="zh-CN" sz="1500" kern="100">
                        <a:effectLst/>
                        <a:latin typeface="等线" panose="02010600030101010101" pitchFamily="2" charset="-122"/>
                        <a:ea typeface="等线" panose="02010600030101010101" pitchFamily="2" charset="-122"/>
                        <a:cs typeface="Arial" panose="020B0604020202020204" pitchFamily="34" charset="0"/>
                      </a:endParaRPr>
                    </a:p>
                  </a:txBody>
                  <a:tcPr marL="89892" marR="89892" marT="0" marB="0" anchor="ctr"/>
                </a:tc>
                <a:extLst>
                  <a:ext uri="{0D108BD9-81ED-4DB2-BD59-A6C34878D82A}">
                    <a16:rowId xmlns:a16="http://schemas.microsoft.com/office/drawing/2014/main" val="38953872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88466" y="1887854"/>
            <a:ext cx="7411601" cy="1280230"/>
          </a:xfrm>
        </p:spPr>
        <p:txBody>
          <a:bodyPr>
            <a:normAutofit fontScale="90000"/>
          </a:bodyPr>
          <a:lstStyle/>
          <a:p>
            <a:r>
              <a:rPr lang="en-US" altLang="zh-CN">
                <a:solidFill>
                  <a:schemeClr val="tx1">
                    <a:lumMod val="75000"/>
                    <a:lumOff val="25000"/>
                  </a:schemeClr>
                </a:solidFill>
                <a:latin typeface="Arial"/>
                <a:ea typeface="黑体"/>
                <a:cs typeface="Arial"/>
                <a:sym typeface="+mn-ea"/>
              </a:rPr>
              <a:t>4 System design &amp; Development</a:t>
            </a:r>
            <a:endParaRPr lang="zh-CN" altLang="en-US">
              <a:solidFill>
                <a:schemeClr val="tx1">
                  <a:lumMod val="75000"/>
                  <a:lumOff val="25000"/>
                </a:schemeClr>
              </a:solidFill>
              <a:latin typeface="Arial"/>
              <a:ea typeface="黑体"/>
              <a:cs typeface="Arial"/>
            </a:endParaRPr>
          </a:p>
        </p:txBody>
      </p:sp>
      <p:sp>
        <p:nvSpPr>
          <p:cNvPr id="4" name="灯片编号占位符 3"/>
          <p:cNvSpPr>
            <a:spLocks noGrp="1"/>
          </p:cNvSpPr>
          <p:nvPr>
            <p:ph type="sldNum" sz="quarter" idx="4"/>
          </p:nvPr>
        </p:nvSpPr>
        <p:spPr/>
        <p:txBody>
          <a:bodyPr/>
          <a:lstStyle/>
          <a:p>
            <a:pPr algn="ctr"/>
            <a:r>
              <a:rPr lang="en-SG"/>
              <a:t>Page </a:t>
            </a:r>
            <a:fld id="{2F63C605-4FC6-46DE-BC90-871762EA3F52}" type="slidenum">
              <a:rPr lang="en-SG" smtClean="0"/>
              <a:t>18</a:t>
            </a:fld>
            <a:endParaRPr lang="en-SG"/>
          </a:p>
        </p:txBody>
      </p:sp>
      <p:cxnSp>
        <p:nvCxnSpPr>
          <p:cNvPr id="3" name="直接连接符 2">
            <a:extLst>
              <a:ext uri="{FF2B5EF4-FFF2-40B4-BE49-F238E27FC236}">
                <a16:creationId xmlns:a16="http://schemas.microsoft.com/office/drawing/2014/main" id="{2C03553B-35C4-3BF0-A01E-184877FC9BCD}"/>
              </a:ext>
            </a:extLst>
          </p:cNvPr>
          <p:cNvCxnSpPr>
            <a:cxnSpLocks/>
          </p:cNvCxnSpPr>
          <p:nvPr/>
        </p:nvCxnSpPr>
        <p:spPr>
          <a:xfrm>
            <a:off x="1291189" y="3062990"/>
            <a:ext cx="7411601"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1AF64683-3638-686F-A463-D9390E04A773}"/>
              </a:ext>
            </a:extLst>
          </p:cNvPr>
          <p:cNvSpPr txBox="1"/>
          <p:nvPr/>
        </p:nvSpPr>
        <p:spPr>
          <a:xfrm>
            <a:off x="1388466" y="3062990"/>
            <a:ext cx="5076880" cy="3330399"/>
          </a:xfrm>
          <a:prstGeom prst="rect">
            <a:avLst/>
          </a:prstGeom>
          <a:noFill/>
        </p:spPr>
        <p:txBody>
          <a:bodyPr wrap="square" rtlCol="0">
            <a:spAutoFit/>
          </a:bodyPr>
          <a:lstStyle/>
          <a:p>
            <a:pPr marL="285750" indent="-285750">
              <a:lnSpc>
                <a:spcPct val="200000"/>
              </a:lnSpc>
              <a:buFont typeface="Wingdings" panose="05000000000000000000" pitchFamily="2" charset="2"/>
              <a:buChar char="Ø"/>
            </a:pPr>
            <a:r>
              <a:rPr lang="en-US" altLang="zh-CN"/>
              <a:t>System Design</a:t>
            </a:r>
          </a:p>
          <a:p>
            <a:pPr marL="285750" indent="-285750">
              <a:lnSpc>
                <a:spcPct val="200000"/>
              </a:lnSpc>
              <a:buFont typeface="Wingdings" panose="05000000000000000000" pitchFamily="2" charset="2"/>
              <a:buChar char="Ø"/>
            </a:pPr>
            <a:r>
              <a:rPr lang="en-US" altLang="zh-CN"/>
              <a:t>System Development</a:t>
            </a:r>
          </a:p>
          <a:p>
            <a:pPr marL="285750" indent="-285750">
              <a:lnSpc>
                <a:spcPct val="200000"/>
              </a:lnSpc>
              <a:buFont typeface="Wingdings" panose="05000000000000000000" pitchFamily="2" charset="2"/>
              <a:buChar char="Ø"/>
            </a:pPr>
            <a:r>
              <a:rPr lang="en-US" altLang="zh-CN"/>
              <a:t>Game Development</a:t>
            </a:r>
          </a:p>
          <a:p>
            <a:pPr marL="285750" indent="-285750">
              <a:lnSpc>
                <a:spcPct val="200000"/>
              </a:lnSpc>
              <a:buFont typeface="Wingdings" panose="05000000000000000000" pitchFamily="2" charset="2"/>
              <a:buChar char="Ø"/>
            </a:pPr>
            <a:r>
              <a:rPr lang="en-US" altLang="zh-CN"/>
              <a:t>Model Selection &amp; Motivation </a:t>
            </a:r>
          </a:p>
          <a:p>
            <a:pPr marL="285750" indent="-285750">
              <a:lnSpc>
                <a:spcPct val="200000"/>
              </a:lnSpc>
              <a:buFont typeface="Wingdings" panose="05000000000000000000" pitchFamily="2" charset="2"/>
              <a:buChar char="Ø"/>
            </a:pPr>
            <a:r>
              <a:rPr lang="en-US" altLang="zh-CN"/>
              <a:t>Data Collection and Preparation</a:t>
            </a:r>
          </a:p>
          <a:p>
            <a:pPr marL="285750" indent="-285750">
              <a:lnSpc>
                <a:spcPct val="200000"/>
              </a:lnSpc>
              <a:buFont typeface="Wingdings" panose="05000000000000000000" pitchFamily="2" charset="2"/>
              <a:buChar char="Ø"/>
            </a:pPr>
            <a:r>
              <a:rPr lang="en-US" altLang="zh-CN"/>
              <a:t>Training</a:t>
            </a:r>
            <a:r>
              <a:rPr lang="zh-TW" altLang="en-US"/>
              <a:t> </a:t>
            </a:r>
            <a:r>
              <a:rPr lang="en-US" altLang="zh-TW"/>
              <a:t>&amp; Results</a:t>
            </a:r>
            <a:endParaRPr lang="en-US" altLang="zh-CN"/>
          </a:p>
        </p:txBody>
      </p:sp>
    </p:spTree>
    <p:extLst>
      <p:ext uri="{BB962C8B-B14F-4D97-AF65-F5344CB8AC3E}">
        <p14:creationId xmlns:p14="http://schemas.microsoft.com/office/powerpoint/2010/main" val="2290487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E9D401-D430-F742-CE24-8E7553EEF39D}"/>
              </a:ext>
            </a:extLst>
          </p:cNvPr>
          <p:cNvSpPr>
            <a:spLocks noGrp="1"/>
          </p:cNvSpPr>
          <p:nvPr>
            <p:ph type="title"/>
          </p:nvPr>
        </p:nvSpPr>
        <p:spPr/>
        <p:txBody>
          <a:bodyPr/>
          <a:lstStyle/>
          <a:p>
            <a:r>
              <a:rPr lang="en-US" altLang="zh-CN"/>
              <a:t>4.1 System Design</a:t>
            </a:r>
            <a:endParaRPr lang="zh-CN" altLang="en-US"/>
          </a:p>
        </p:txBody>
      </p:sp>
      <p:sp>
        <p:nvSpPr>
          <p:cNvPr id="4" name="灯片编号占位符 3">
            <a:extLst>
              <a:ext uri="{FF2B5EF4-FFF2-40B4-BE49-F238E27FC236}">
                <a16:creationId xmlns:a16="http://schemas.microsoft.com/office/drawing/2014/main" id="{C72C66E1-EE6F-8412-8C64-D6D4F03F2D59}"/>
              </a:ext>
            </a:extLst>
          </p:cNvPr>
          <p:cNvSpPr>
            <a:spLocks noGrp="1"/>
          </p:cNvSpPr>
          <p:nvPr>
            <p:ph type="sldNum" sz="quarter" idx="4"/>
          </p:nvPr>
        </p:nvSpPr>
        <p:spPr/>
        <p:txBody>
          <a:bodyPr/>
          <a:lstStyle/>
          <a:p>
            <a:pPr algn="ctr"/>
            <a:r>
              <a:rPr lang="en-SG"/>
              <a:t>Page </a:t>
            </a:r>
            <a:fld id="{2F63C605-4FC6-46DE-BC90-871762EA3F52}" type="slidenum">
              <a:rPr lang="en-SG" smtClean="0"/>
              <a:t>19</a:t>
            </a:fld>
            <a:endParaRPr lang="en-SG"/>
          </a:p>
        </p:txBody>
      </p:sp>
      <p:pic>
        <p:nvPicPr>
          <p:cNvPr id="6" name="图片 5">
            <a:extLst>
              <a:ext uri="{FF2B5EF4-FFF2-40B4-BE49-F238E27FC236}">
                <a16:creationId xmlns:a16="http://schemas.microsoft.com/office/drawing/2014/main" id="{85B323CA-C50A-0C59-74C5-C89871ABCB1F}"/>
              </a:ext>
            </a:extLst>
          </p:cNvPr>
          <p:cNvPicPr>
            <a:picLocks noChangeAspect="1"/>
          </p:cNvPicPr>
          <p:nvPr/>
        </p:nvPicPr>
        <p:blipFill>
          <a:blip r:embed="rId3"/>
          <a:stretch>
            <a:fillRect/>
          </a:stretch>
        </p:blipFill>
        <p:spPr>
          <a:xfrm>
            <a:off x="225577" y="1161739"/>
            <a:ext cx="8459381" cy="4344006"/>
          </a:xfrm>
          <a:prstGeom prst="rect">
            <a:avLst/>
          </a:prstGeom>
        </p:spPr>
      </p:pic>
    </p:spTree>
    <p:extLst>
      <p:ext uri="{BB962C8B-B14F-4D97-AF65-F5344CB8AC3E}">
        <p14:creationId xmlns:p14="http://schemas.microsoft.com/office/powerpoint/2010/main" val="39890864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1852DD-6B20-B5A4-1142-27F48C1C1865}"/>
              </a:ext>
            </a:extLst>
          </p:cNvPr>
          <p:cNvSpPr>
            <a:spLocks noGrp="1"/>
          </p:cNvSpPr>
          <p:nvPr>
            <p:ph type="title"/>
          </p:nvPr>
        </p:nvSpPr>
        <p:spPr/>
        <p:txBody>
          <a:bodyPr/>
          <a:lstStyle/>
          <a:p>
            <a:r>
              <a:rPr lang="en-US" altLang="zh-CN"/>
              <a:t>4.2 System Development</a:t>
            </a:r>
            <a:endParaRPr lang="zh-CN" altLang="en-US"/>
          </a:p>
        </p:txBody>
      </p:sp>
      <p:sp>
        <p:nvSpPr>
          <p:cNvPr id="4" name="灯片编号占位符 3">
            <a:extLst>
              <a:ext uri="{FF2B5EF4-FFF2-40B4-BE49-F238E27FC236}">
                <a16:creationId xmlns:a16="http://schemas.microsoft.com/office/drawing/2014/main" id="{8FB71273-522D-89F0-3311-CA4D2066DA89}"/>
              </a:ext>
            </a:extLst>
          </p:cNvPr>
          <p:cNvSpPr>
            <a:spLocks noGrp="1"/>
          </p:cNvSpPr>
          <p:nvPr>
            <p:ph type="sldNum" sz="quarter" idx="4"/>
          </p:nvPr>
        </p:nvSpPr>
        <p:spPr/>
        <p:txBody>
          <a:bodyPr/>
          <a:lstStyle/>
          <a:p>
            <a:pPr algn="ctr"/>
            <a:r>
              <a:rPr lang="en-SG"/>
              <a:t>Page </a:t>
            </a:r>
            <a:fld id="{2F63C605-4FC6-46DE-BC90-871762EA3F52}" type="slidenum">
              <a:rPr lang="en-SG" smtClean="0"/>
              <a:t>20</a:t>
            </a:fld>
            <a:endParaRPr lang="en-SG"/>
          </a:p>
        </p:txBody>
      </p:sp>
      <p:pic>
        <p:nvPicPr>
          <p:cNvPr id="5" name="图片 4" descr="日程表&#10;&#10;描述已自动生成">
            <a:extLst>
              <a:ext uri="{FF2B5EF4-FFF2-40B4-BE49-F238E27FC236}">
                <a16:creationId xmlns:a16="http://schemas.microsoft.com/office/drawing/2014/main" id="{3E873F49-B9CD-05F1-B142-C986A3D93454}"/>
              </a:ext>
            </a:extLst>
          </p:cNvPr>
          <p:cNvPicPr>
            <a:picLocks noChangeAspect="1"/>
          </p:cNvPicPr>
          <p:nvPr/>
        </p:nvPicPr>
        <p:blipFill>
          <a:blip r:embed="rId3"/>
          <a:srcRect l="1494" t="2076" r="1330" b="1710"/>
          <a:stretch/>
        </p:blipFill>
        <p:spPr>
          <a:xfrm>
            <a:off x="1914937" y="728482"/>
            <a:ext cx="7167986" cy="5764390"/>
          </a:xfrm>
          <a:prstGeom prst="rect">
            <a:avLst/>
          </a:prstGeom>
        </p:spPr>
      </p:pic>
      <p:sp>
        <p:nvSpPr>
          <p:cNvPr id="7" name="Rectangle 2">
            <a:extLst>
              <a:ext uri="{FF2B5EF4-FFF2-40B4-BE49-F238E27FC236}">
                <a16:creationId xmlns:a16="http://schemas.microsoft.com/office/drawing/2014/main" id="{447BA7CB-30B8-4341-C2BA-BADADE0CF233}"/>
              </a:ext>
            </a:extLst>
          </p:cNvPr>
          <p:cNvSpPr>
            <a:spLocks noChangeArrowheads="1"/>
          </p:cNvSpPr>
          <p:nvPr/>
        </p:nvSpPr>
        <p:spPr bwMode="auto">
          <a:xfrm>
            <a:off x="225036" y="728482"/>
            <a:ext cx="479443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Components</a:t>
            </a:r>
            <a:r>
              <a:rPr kumimoji="0" lang="zh-CN" altLang="zh-CN" sz="1800" b="0" i="0" u="none" strike="noStrike" cap="none" normalizeH="0" baseline="0">
                <a:ln>
                  <a:noFill/>
                </a:ln>
                <a:solidFill>
                  <a:schemeClr val="tx1"/>
                </a:solidFill>
                <a:effectLst/>
                <a:latin typeface="Arial" panose="020B0604020202020204" pitchFamily="34" charset="0"/>
              </a:rPr>
              <a:t>: Nine C++ classes and one compiled Python script.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Main Classes</a:t>
            </a:r>
            <a:r>
              <a:rPr kumimoji="0" lang="zh-CN" altLang="zh-CN"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MainWindow</a:t>
            </a:r>
            <a:r>
              <a:rPr kumimoji="0" lang="zh-CN" altLang="zh-CN" sz="1800" b="0" i="0" u="none" strike="noStrike" cap="none" normalizeH="0" baseline="0">
                <a:ln>
                  <a:noFill/>
                </a:ln>
                <a:solidFill>
                  <a:schemeClr val="tx1"/>
                </a:solidFill>
                <a:effectLst/>
                <a:latin typeface="Arial" panose="020B0604020202020204" pitchFamily="34" charset="0"/>
              </a:rPr>
              <a:t>: User-friendly interface for navigation.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Page Classes</a:t>
            </a:r>
            <a:r>
              <a:rPr kumimoji="0" lang="zh-CN" altLang="zh-CN" sz="1800" b="0" i="0" u="none" strike="noStrike" cap="none" normalizeH="0" baseline="0">
                <a:ln>
                  <a:noFill/>
                </a:ln>
                <a:solidFill>
                  <a:schemeClr val="tx1"/>
                </a:solidFill>
                <a:effectLst/>
                <a:latin typeface="Arial" panose="020B0604020202020204" pitchFamily="34" charset="0"/>
              </a:rPr>
              <a:t>: Handle user interactions.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GameWindowLabel</a:t>
            </a:r>
            <a:r>
              <a:rPr kumimoji="0" lang="zh-CN" altLang="zh-CN" sz="1800" b="0" i="0" u="none" strike="noStrike" cap="none" normalizeH="0" baseline="0">
                <a:ln>
                  <a:noFill/>
                </a:ln>
                <a:solidFill>
                  <a:schemeClr val="tx1"/>
                </a:solidFill>
                <a:effectLst/>
                <a:latin typeface="Arial" panose="020B0604020202020204" pitchFamily="34" charset="0"/>
              </a:rPr>
              <a:t>: Interprets gestures for game control.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Core Feature</a:t>
            </a:r>
            <a:r>
              <a:rPr kumimoji="0" lang="zh-CN" altLang="zh-CN" sz="1800" b="0" i="0" u="none" strike="noStrike" cap="none" normalizeH="0" baseline="0">
                <a:ln>
                  <a:noFill/>
                </a:ln>
                <a:solidFill>
                  <a:schemeClr val="tx1"/>
                </a:solidFill>
                <a:effectLst/>
                <a:latin typeface="Arial" panose="020B0604020202020204" pitchFamily="34" charset="0"/>
              </a:rPr>
              <a:t>: Interactive Game Mode with real-time gesture recognition, detailed in the next section </a:t>
            </a:r>
          </a:p>
        </p:txBody>
      </p:sp>
    </p:spTree>
    <p:extLst>
      <p:ext uri="{BB962C8B-B14F-4D97-AF65-F5344CB8AC3E}">
        <p14:creationId xmlns:p14="http://schemas.microsoft.com/office/powerpoint/2010/main" val="3083478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1D17C8-9D9A-BB6D-5930-ADF7BF4C9CCC}"/>
              </a:ext>
            </a:extLst>
          </p:cNvPr>
          <p:cNvSpPr>
            <a:spLocks noGrp="1"/>
          </p:cNvSpPr>
          <p:nvPr>
            <p:ph type="title"/>
          </p:nvPr>
        </p:nvSpPr>
        <p:spPr/>
        <p:txBody>
          <a:bodyPr/>
          <a:lstStyle/>
          <a:p>
            <a:r>
              <a:rPr lang="en-US" altLang="zh-CN"/>
              <a:t>4.3 Game Development</a:t>
            </a:r>
            <a:endParaRPr lang="zh-CN" altLang="en-US"/>
          </a:p>
        </p:txBody>
      </p:sp>
      <p:sp>
        <p:nvSpPr>
          <p:cNvPr id="4" name="灯片编号占位符 3">
            <a:extLst>
              <a:ext uri="{FF2B5EF4-FFF2-40B4-BE49-F238E27FC236}">
                <a16:creationId xmlns:a16="http://schemas.microsoft.com/office/drawing/2014/main" id="{D0144D02-1FEF-2E78-D9B3-91FA66BAD881}"/>
              </a:ext>
            </a:extLst>
          </p:cNvPr>
          <p:cNvSpPr>
            <a:spLocks noGrp="1"/>
          </p:cNvSpPr>
          <p:nvPr>
            <p:ph type="sldNum" sz="quarter" idx="4"/>
          </p:nvPr>
        </p:nvSpPr>
        <p:spPr/>
        <p:txBody>
          <a:bodyPr/>
          <a:lstStyle/>
          <a:p>
            <a:pPr algn="ctr"/>
            <a:r>
              <a:rPr lang="en-SG"/>
              <a:t>Page </a:t>
            </a:r>
            <a:fld id="{2F63C605-4FC6-46DE-BC90-871762EA3F52}" type="slidenum">
              <a:rPr lang="en-SG" smtClean="0"/>
              <a:t>21</a:t>
            </a:fld>
            <a:endParaRPr lang="en-SG"/>
          </a:p>
        </p:txBody>
      </p:sp>
      <p:sp>
        <p:nvSpPr>
          <p:cNvPr id="6" name="Rectangle 2">
            <a:extLst>
              <a:ext uri="{FF2B5EF4-FFF2-40B4-BE49-F238E27FC236}">
                <a16:creationId xmlns:a16="http://schemas.microsoft.com/office/drawing/2014/main" id="{17745478-4FE2-629E-D111-61C3BAAC70F1}"/>
              </a:ext>
            </a:extLst>
          </p:cNvPr>
          <p:cNvSpPr>
            <a:spLocks noChangeArrowheads="1"/>
          </p:cNvSpPr>
          <p:nvPr/>
        </p:nvSpPr>
        <p:spPr bwMode="auto">
          <a:xfrm>
            <a:off x="5350213" y="1699072"/>
            <a:ext cx="3503429"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GameWidget</a:t>
            </a:r>
            <a:r>
              <a:rPr kumimoji="0" lang="zh-CN" altLang="zh-CN" sz="1800" b="0" i="0" u="none" strike="noStrike" cap="none" normalizeH="0" baseline="0">
                <a:ln>
                  <a:noFill/>
                </a:ln>
                <a:solidFill>
                  <a:schemeClr val="tx1"/>
                </a:solidFill>
                <a:effectLst/>
                <a:latin typeface="Arial" panose="020B0604020202020204" pitchFamily="34" charset="0"/>
              </a:rPr>
              <a:t>: Manages the game interface, difficulty, hand-sign inputs, and tracks player stats.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GameWindowLabel</a:t>
            </a:r>
            <a:r>
              <a:rPr kumimoji="0" lang="zh-CN" altLang="zh-CN" sz="1800" b="0" i="0" u="none" strike="noStrike" cap="none" normalizeH="0" baseline="0">
                <a:ln>
                  <a:noFill/>
                </a:ln>
                <a:solidFill>
                  <a:schemeClr val="tx1"/>
                </a:solidFill>
                <a:effectLst/>
                <a:latin typeface="Arial" panose="020B0604020202020204" pitchFamily="34" charset="0"/>
              </a:rPr>
              <a:t>: Handles visuals like falling letters, cannon, and scores; controls gameplay flow.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CannonBall &amp; EnemyWord</a:t>
            </a:r>
            <a:r>
              <a:rPr kumimoji="0" lang="zh-CN" altLang="zh-CN" sz="1800" b="0" i="0" u="none" strike="noStrike" cap="none" normalizeH="0" baseline="0">
                <a:ln>
                  <a:noFill/>
                </a:ln>
                <a:solidFill>
                  <a:schemeClr val="tx1"/>
                </a:solidFill>
                <a:effectLst/>
                <a:latin typeface="Arial" panose="020B0604020202020204" pitchFamily="34" charset="0"/>
              </a:rPr>
              <a:t>: Simulate cannonball movement and manage letter targets, marking words as “destroyed” when fully signed </a:t>
            </a:r>
          </a:p>
        </p:txBody>
      </p:sp>
      <p:pic>
        <p:nvPicPr>
          <p:cNvPr id="7" name="图片 6" descr="图示&#10;&#10;已自动生成说明">
            <a:extLst>
              <a:ext uri="{FF2B5EF4-FFF2-40B4-BE49-F238E27FC236}">
                <a16:creationId xmlns:a16="http://schemas.microsoft.com/office/drawing/2014/main" id="{3441B17E-9C5D-8F43-E718-8826E54F25AF}"/>
              </a:ext>
            </a:extLst>
          </p:cNvPr>
          <p:cNvPicPr>
            <a:picLocks noChangeAspect="1"/>
          </p:cNvPicPr>
          <p:nvPr/>
        </p:nvPicPr>
        <p:blipFill>
          <a:blip r:embed="rId3"/>
          <a:stretch>
            <a:fillRect/>
          </a:stretch>
        </p:blipFill>
        <p:spPr>
          <a:xfrm>
            <a:off x="183354" y="1873614"/>
            <a:ext cx="4986896" cy="3110771"/>
          </a:xfrm>
          <a:prstGeom prst="rect">
            <a:avLst/>
          </a:prstGeom>
        </p:spPr>
      </p:pic>
    </p:spTree>
    <p:extLst>
      <p:ext uri="{BB962C8B-B14F-4D97-AF65-F5344CB8AC3E}">
        <p14:creationId xmlns:p14="http://schemas.microsoft.com/office/powerpoint/2010/main" val="39446180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755B4-A1C7-62AB-895C-C6CF1F2B855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BE4636-6D65-3235-EC78-30EF336F33E8}"/>
              </a:ext>
            </a:extLst>
          </p:cNvPr>
          <p:cNvSpPr>
            <a:spLocks noGrp="1"/>
          </p:cNvSpPr>
          <p:nvPr>
            <p:ph type="title"/>
          </p:nvPr>
        </p:nvSpPr>
        <p:spPr/>
        <p:txBody>
          <a:bodyPr>
            <a:normAutofit/>
          </a:bodyPr>
          <a:lstStyle/>
          <a:p>
            <a:r>
              <a:rPr lang="en-US" altLang="zh-CN"/>
              <a:t>4.4 Model Selection &amp; Motivation</a:t>
            </a:r>
            <a:endParaRPr lang="zh-CN" altLang="en-US"/>
          </a:p>
        </p:txBody>
      </p:sp>
      <p:sp>
        <p:nvSpPr>
          <p:cNvPr id="3" name="文本占位符 2">
            <a:extLst>
              <a:ext uri="{FF2B5EF4-FFF2-40B4-BE49-F238E27FC236}">
                <a16:creationId xmlns:a16="http://schemas.microsoft.com/office/drawing/2014/main" id="{07B755DA-21A6-313D-29EB-003C1C12A489}"/>
              </a:ext>
            </a:extLst>
          </p:cNvPr>
          <p:cNvSpPr>
            <a:spLocks noGrp="1"/>
          </p:cNvSpPr>
          <p:nvPr>
            <p:ph type="body" sz="quarter" idx="13"/>
          </p:nvPr>
        </p:nvSpPr>
        <p:spPr>
          <a:xfrm>
            <a:off x="628650" y="1383084"/>
            <a:ext cx="7886700" cy="861292"/>
          </a:xfrm>
        </p:spPr>
        <p:txBody>
          <a:bodyPr>
            <a:normAutofit/>
          </a:bodyPr>
          <a:lstStyle/>
          <a:p>
            <a:pPr marL="0" indent="0" algn="l" fontAlgn="base">
              <a:buNone/>
            </a:pPr>
            <a:r>
              <a:rPr lang="en" altLang="zh-TW" sz="1800">
                <a:latin typeface="+mn-lt"/>
                <a:cs typeface="+mn-cs"/>
              </a:rPr>
              <a:t>YOLO (You Only Look Once) processes the entire image in a single pass for real-time object detection, significantly enhancing efficiency compared to multi-stage models.</a:t>
            </a:r>
            <a:endParaRPr lang="en-US" altLang="zh-CN" sz="1800">
              <a:latin typeface="+mn-lt"/>
              <a:cs typeface="+mn-cs"/>
            </a:endParaRPr>
          </a:p>
        </p:txBody>
      </p:sp>
      <p:sp>
        <p:nvSpPr>
          <p:cNvPr id="4" name="灯片编号占位符 3">
            <a:extLst>
              <a:ext uri="{FF2B5EF4-FFF2-40B4-BE49-F238E27FC236}">
                <a16:creationId xmlns:a16="http://schemas.microsoft.com/office/drawing/2014/main" id="{5BFC0D5F-91C7-9F60-7722-DB957A34EEB0}"/>
              </a:ext>
            </a:extLst>
          </p:cNvPr>
          <p:cNvSpPr>
            <a:spLocks noGrp="1"/>
          </p:cNvSpPr>
          <p:nvPr>
            <p:ph type="sldNum" sz="quarter" idx="4"/>
          </p:nvPr>
        </p:nvSpPr>
        <p:spPr/>
        <p:txBody>
          <a:bodyPr/>
          <a:lstStyle/>
          <a:p>
            <a:pPr algn="ctr"/>
            <a:r>
              <a:rPr lang="en-SG"/>
              <a:t>Page </a:t>
            </a:r>
            <a:fld id="{2F63C605-4FC6-46DE-BC90-871762EA3F52}" type="slidenum">
              <a:rPr lang="en-SG" smtClean="0"/>
              <a:t>22</a:t>
            </a:fld>
            <a:endParaRPr lang="en-SG"/>
          </a:p>
        </p:txBody>
      </p:sp>
      <p:pic>
        <p:nvPicPr>
          <p:cNvPr id="5" name="图片 1">
            <a:extLst>
              <a:ext uri="{FF2B5EF4-FFF2-40B4-BE49-F238E27FC236}">
                <a16:creationId xmlns:a16="http://schemas.microsoft.com/office/drawing/2014/main" id="{7358CCC9-7AE0-8381-3DBF-A83291F470B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3203" y="2702942"/>
            <a:ext cx="4913650" cy="2961640"/>
          </a:xfrm>
          <a:prstGeom prst="rect">
            <a:avLst/>
          </a:prstGeom>
          <a:noFill/>
          <a:ln>
            <a:noFill/>
          </a:ln>
        </p:spPr>
      </p:pic>
      <p:sp>
        <p:nvSpPr>
          <p:cNvPr id="6" name="文字方塊 5">
            <a:extLst>
              <a:ext uri="{FF2B5EF4-FFF2-40B4-BE49-F238E27FC236}">
                <a16:creationId xmlns:a16="http://schemas.microsoft.com/office/drawing/2014/main" id="{6B71CB21-3A8F-D57E-667D-2BFE26EBCC0E}"/>
              </a:ext>
            </a:extLst>
          </p:cNvPr>
          <p:cNvSpPr txBox="1"/>
          <p:nvPr/>
        </p:nvSpPr>
        <p:spPr>
          <a:xfrm>
            <a:off x="5054681" y="2614101"/>
            <a:ext cx="3936116" cy="3139321"/>
          </a:xfrm>
          <a:prstGeom prst="rect">
            <a:avLst/>
          </a:prstGeom>
          <a:noFill/>
        </p:spPr>
        <p:txBody>
          <a:bodyPr wrap="square" rtlCol="0">
            <a:spAutoFit/>
          </a:bodyPr>
          <a:lstStyle/>
          <a:p>
            <a:r>
              <a:rPr kumimoji="1" lang="en-US" altLang="zh-TW">
                <a:solidFill>
                  <a:schemeClr val="tx1">
                    <a:lumMod val="75000"/>
                    <a:lumOff val="25000"/>
                  </a:schemeClr>
                </a:solidFill>
              </a:rPr>
              <a:t>Key Architectural Points :</a:t>
            </a:r>
          </a:p>
          <a:p>
            <a:pPr marL="342900" indent="-342900">
              <a:buFont typeface="+mj-lt"/>
              <a:buAutoNum type="arabicPeriod"/>
            </a:pPr>
            <a:r>
              <a:rPr lang="en" altLang="zh-TW" b="1"/>
              <a:t>Backbone:</a:t>
            </a:r>
            <a:r>
              <a:rPr lang="en" altLang="zh-TW"/>
              <a:t> Extracts multi-level features using a CNN structure like </a:t>
            </a:r>
            <a:r>
              <a:rPr lang="en" altLang="zh-TW" err="1"/>
              <a:t>CSPDarknet</a:t>
            </a:r>
            <a:r>
              <a:rPr lang="en" altLang="zh-TW"/>
              <a:t>.</a:t>
            </a:r>
          </a:p>
          <a:p>
            <a:pPr marL="342900" indent="-342900">
              <a:buFont typeface="+mj-lt"/>
              <a:buAutoNum type="arabicPeriod"/>
            </a:pPr>
            <a:r>
              <a:rPr lang="en" altLang="zh-TW" b="1"/>
              <a:t>FPN:</a:t>
            </a:r>
            <a:r>
              <a:rPr lang="en" altLang="zh-TW"/>
              <a:t> Combines multi-scale features for objects of various sizes.</a:t>
            </a:r>
          </a:p>
          <a:p>
            <a:pPr marL="342900" indent="-342900">
              <a:buFont typeface="+mj-lt"/>
              <a:buAutoNum type="arabicPeriod"/>
            </a:pPr>
            <a:r>
              <a:rPr lang="en" altLang="zh-TW" b="1"/>
              <a:t>Detection Head:</a:t>
            </a:r>
            <a:r>
              <a:rPr lang="en" altLang="zh-TW"/>
              <a:t> Generates bounding boxes and classifications for objects of different scales.</a:t>
            </a:r>
            <a:endParaRPr kumimoji="1" lang="zh-TW" altLang="en-US" err="1">
              <a:solidFill>
                <a:schemeClr val="tx1">
                  <a:lumMod val="75000"/>
                  <a:lumOff val="25000"/>
                </a:schemeClr>
              </a:solidFill>
            </a:endParaRPr>
          </a:p>
        </p:txBody>
      </p:sp>
      <p:sp>
        <p:nvSpPr>
          <p:cNvPr id="7" name="文本占位符 2">
            <a:extLst>
              <a:ext uri="{FF2B5EF4-FFF2-40B4-BE49-F238E27FC236}">
                <a16:creationId xmlns:a16="http://schemas.microsoft.com/office/drawing/2014/main" id="{ADA8DAA6-289E-83C6-6313-365400530008}"/>
              </a:ext>
            </a:extLst>
          </p:cNvPr>
          <p:cNvSpPr txBox="1">
            <a:spLocks/>
          </p:cNvSpPr>
          <p:nvPr/>
        </p:nvSpPr>
        <p:spPr>
          <a:xfrm>
            <a:off x="628650" y="873570"/>
            <a:ext cx="4553171" cy="389399"/>
          </a:xfrm>
          <a:prstGeom prst="rect">
            <a:avLst/>
          </a:prstGeom>
        </p:spPr>
        <p:txBody>
          <a:bodyPr vert="horz" lIns="91440" tIns="45720" rIns="91440" bIns="45720" rtlCol="0">
            <a:normAutofit fontScale="92500" lnSpcReduction="10000"/>
          </a:bodyPr>
          <a:lstStyle>
            <a:lvl1pPr marL="514350" indent="-514350" algn="just" defTabSz="914400" rtl="0" eaLnBrk="1" latinLnBrk="0" hangingPunct="1">
              <a:lnSpc>
                <a:spcPct val="90000"/>
              </a:lnSpc>
              <a:spcBef>
                <a:spcPts val="1000"/>
              </a:spcBef>
              <a:buFont typeface="Arial" panose="020B0604020202020204" pitchFamily="34" charset="0"/>
              <a:buChar char="•"/>
              <a:defRPr sz="2800" b="0" kern="1200" cap="none" baseline="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400" b="1">
                <a:solidFill>
                  <a:schemeClr val="accent1"/>
                </a:solidFill>
              </a:rPr>
              <a:t>Overview of YOLO</a:t>
            </a:r>
            <a:endParaRPr lang="zh-CN" altLang="en-US" sz="2400" b="1">
              <a:solidFill>
                <a:schemeClr val="accent1"/>
              </a:solidFill>
            </a:endParaRPr>
          </a:p>
        </p:txBody>
      </p:sp>
    </p:spTree>
    <p:extLst>
      <p:ext uri="{BB962C8B-B14F-4D97-AF65-F5344CB8AC3E}">
        <p14:creationId xmlns:p14="http://schemas.microsoft.com/office/powerpoint/2010/main" val="10162606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CE6E-92FE-FF68-AE4B-2D7F40041D5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AEBDAEF-E90D-75B9-0D61-E09D651C9A69}"/>
              </a:ext>
            </a:extLst>
          </p:cNvPr>
          <p:cNvSpPr>
            <a:spLocks noGrp="1"/>
          </p:cNvSpPr>
          <p:nvPr>
            <p:ph type="title"/>
          </p:nvPr>
        </p:nvSpPr>
        <p:spPr/>
        <p:txBody>
          <a:bodyPr>
            <a:normAutofit/>
          </a:bodyPr>
          <a:lstStyle/>
          <a:p>
            <a:r>
              <a:rPr lang="en-US" altLang="zh-CN"/>
              <a:t>4.4 Model Selection &amp; Motivation</a:t>
            </a:r>
            <a:endParaRPr lang="zh-CN" altLang="en-US"/>
          </a:p>
        </p:txBody>
      </p:sp>
      <p:sp>
        <p:nvSpPr>
          <p:cNvPr id="4" name="灯片编号占位符 3">
            <a:extLst>
              <a:ext uri="{FF2B5EF4-FFF2-40B4-BE49-F238E27FC236}">
                <a16:creationId xmlns:a16="http://schemas.microsoft.com/office/drawing/2014/main" id="{2781675F-6FE8-6A22-076B-7DFE22BDBB6E}"/>
              </a:ext>
            </a:extLst>
          </p:cNvPr>
          <p:cNvSpPr>
            <a:spLocks noGrp="1"/>
          </p:cNvSpPr>
          <p:nvPr>
            <p:ph type="sldNum" sz="quarter" idx="4"/>
          </p:nvPr>
        </p:nvSpPr>
        <p:spPr/>
        <p:txBody>
          <a:bodyPr/>
          <a:lstStyle/>
          <a:p>
            <a:pPr algn="ctr"/>
            <a:r>
              <a:rPr lang="en-SG"/>
              <a:t>Page </a:t>
            </a:r>
            <a:fld id="{2F63C605-4FC6-46DE-BC90-871762EA3F52}" type="slidenum">
              <a:rPr lang="en-SG" smtClean="0"/>
              <a:t>23</a:t>
            </a:fld>
            <a:endParaRPr lang="en-SG"/>
          </a:p>
        </p:txBody>
      </p:sp>
      <p:sp>
        <p:nvSpPr>
          <p:cNvPr id="6" name="文字方塊 5">
            <a:extLst>
              <a:ext uri="{FF2B5EF4-FFF2-40B4-BE49-F238E27FC236}">
                <a16:creationId xmlns:a16="http://schemas.microsoft.com/office/drawing/2014/main" id="{493CFEC3-7FD9-52E3-7DEA-A36D669D7FEB}"/>
              </a:ext>
            </a:extLst>
          </p:cNvPr>
          <p:cNvSpPr txBox="1"/>
          <p:nvPr/>
        </p:nvSpPr>
        <p:spPr>
          <a:xfrm>
            <a:off x="679073" y="1676082"/>
            <a:ext cx="7748531" cy="3970318"/>
          </a:xfrm>
          <a:prstGeom prst="rect">
            <a:avLst/>
          </a:prstGeom>
          <a:noFill/>
        </p:spPr>
        <p:txBody>
          <a:bodyPr wrap="square" rtlCol="0">
            <a:spAutoFit/>
          </a:bodyPr>
          <a:lstStyle/>
          <a:p>
            <a:r>
              <a:rPr lang="en" altLang="zh-TW"/>
              <a:t>We initially chose YOLOv5 for its efficient design and existing success in real-time applications. However, limitations emerged during testing, particularly with complex backgrounds and gesture details.</a:t>
            </a:r>
          </a:p>
          <a:p>
            <a:endParaRPr kumimoji="1" lang="en-US" altLang="zh-TW">
              <a:solidFill>
                <a:schemeClr val="tx1">
                  <a:lumMod val="75000"/>
                  <a:lumOff val="25000"/>
                </a:schemeClr>
              </a:solidFill>
            </a:endParaRPr>
          </a:p>
          <a:p>
            <a:r>
              <a:rPr kumimoji="1" lang="en-US" altLang="zh-TW">
                <a:solidFill>
                  <a:schemeClr val="tx1">
                    <a:lumMod val="75000"/>
                    <a:lumOff val="25000"/>
                  </a:schemeClr>
                </a:solidFill>
              </a:rPr>
              <a:t>Advantages:</a:t>
            </a:r>
          </a:p>
          <a:p>
            <a:pPr marL="285750" indent="-285750">
              <a:buFont typeface="Arial" panose="020B0604020202020204" pitchFamily="34" charset="0"/>
              <a:buChar char="•"/>
            </a:pPr>
            <a:r>
              <a:rPr lang="en" altLang="zh-TW"/>
              <a:t>Lightweight and Efficient Design</a:t>
            </a:r>
          </a:p>
          <a:p>
            <a:pPr marL="285750" indent="-285750">
              <a:buFont typeface="Arial" panose="020B0604020202020204" pitchFamily="34" charset="0"/>
              <a:buChar char="•"/>
            </a:pPr>
            <a:r>
              <a:rPr lang="en" altLang="zh-TW"/>
              <a:t>Successful Applications in Real-time Gesture and Object Detection</a:t>
            </a:r>
          </a:p>
          <a:p>
            <a:endParaRPr lang="en" altLang="zh-TW"/>
          </a:p>
          <a:p>
            <a:r>
              <a:rPr kumimoji="1" lang="en-US" altLang="zh-TW">
                <a:solidFill>
                  <a:schemeClr val="tx1">
                    <a:lumMod val="75000"/>
                    <a:lumOff val="25000"/>
                  </a:schemeClr>
                </a:solidFill>
              </a:rPr>
              <a:t>Limitations:</a:t>
            </a:r>
          </a:p>
          <a:p>
            <a:pPr marL="285750" indent="-285750">
              <a:buFont typeface="Arial" panose="020B0604020202020204" pitchFamily="34" charset="0"/>
              <a:buChar char="•"/>
            </a:pPr>
            <a:r>
              <a:rPr lang="en-US" altLang="zh-TW" b="1"/>
              <a:t>Background Sensitivity: </a:t>
            </a:r>
            <a:r>
              <a:rPr lang="en-US" altLang="zh-TW"/>
              <a:t>YOLOv5 struggled with accuracy in complex backgrounds, leading to misrecognition.</a:t>
            </a:r>
          </a:p>
          <a:p>
            <a:pPr marL="285750" indent="-285750">
              <a:buFont typeface="Arial" panose="020B0604020202020204" pitchFamily="34" charset="0"/>
              <a:buChar char="•"/>
            </a:pPr>
            <a:r>
              <a:rPr lang="en-US" altLang="zh-TW" b="1"/>
              <a:t>Gesture Detail Handling: </a:t>
            </a:r>
            <a:r>
              <a:rPr lang="en-US" altLang="zh-TW"/>
              <a:t>The model had difficulties capturing fine details of finger and hand gestures, especially in recognizing intricate sign language alphabets.</a:t>
            </a:r>
            <a:endParaRPr lang="zh-TW" altLang="zh-TW"/>
          </a:p>
        </p:txBody>
      </p:sp>
      <p:sp>
        <p:nvSpPr>
          <p:cNvPr id="7" name="文本占位符 2">
            <a:extLst>
              <a:ext uri="{FF2B5EF4-FFF2-40B4-BE49-F238E27FC236}">
                <a16:creationId xmlns:a16="http://schemas.microsoft.com/office/drawing/2014/main" id="{D6D6CEAC-C679-7509-4E3F-01E73210825B}"/>
              </a:ext>
            </a:extLst>
          </p:cNvPr>
          <p:cNvSpPr txBox="1">
            <a:spLocks/>
          </p:cNvSpPr>
          <p:nvPr/>
        </p:nvSpPr>
        <p:spPr>
          <a:xfrm>
            <a:off x="628650" y="873570"/>
            <a:ext cx="4553171" cy="389399"/>
          </a:xfrm>
          <a:prstGeom prst="rect">
            <a:avLst/>
          </a:prstGeom>
        </p:spPr>
        <p:txBody>
          <a:bodyPr vert="horz" lIns="91440" tIns="45720" rIns="91440" bIns="45720" rtlCol="0">
            <a:normAutofit fontScale="92500" lnSpcReduction="10000"/>
          </a:bodyPr>
          <a:lstStyle>
            <a:lvl1pPr marL="514350" indent="-514350" algn="just" defTabSz="914400" rtl="0" eaLnBrk="1" latinLnBrk="0" hangingPunct="1">
              <a:lnSpc>
                <a:spcPct val="90000"/>
              </a:lnSpc>
              <a:spcBef>
                <a:spcPts val="1000"/>
              </a:spcBef>
              <a:buFont typeface="Arial" panose="020B0604020202020204" pitchFamily="34" charset="0"/>
              <a:buChar char="•"/>
              <a:defRPr sz="2800" b="0" kern="1200" cap="none" baseline="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400" b="1">
                <a:solidFill>
                  <a:schemeClr val="accent1"/>
                </a:solidFill>
              </a:rPr>
              <a:t>YOLOv5</a:t>
            </a:r>
            <a:endParaRPr lang="zh-CN" altLang="en-US" sz="2400" b="1">
              <a:solidFill>
                <a:schemeClr val="accent1"/>
              </a:solidFill>
            </a:endParaRPr>
          </a:p>
        </p:txBody>
      </p:sp>
    </p:spTree>
    <p:extLst>
      <p:ext uri="{BB962C8B-B14F-4D97-AF65-F5344CB8AC3E}">
        <p14:creationId xmlns:p14="http://schemas.microsoft.com/office/powerpoint/2010/main" val="10274383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BB9E6-ECB2-2B9F-46CF-802FF51BDB6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1529F20-5335-03D3-1FAB-6ED6E89B956D}"/>
              </a:ext>
            </a:extLst>
          </p:cNvPr>
          <p:cNvSpPr>
            <a:spLocks noGrp="1"/>
          </p:cNvSpPr>
          <p:nvPr>
            <p:ph type="title"/>
          </p:nvPr>
        </p:nvSpPr>
        <p:spPr/>
        <p:txBody>
          <a:bodyPr>
            <a:normAutofit/>
          </a:bodyPr>
          <a:lstStyle/>
          <a:p>
            <a:r>
              <a:rPr lang="en-US" altLang="zh-CN"/>
              <a:t>4.4 Model Selection &amp; Motivation</a:t>
            </a:r>
            <a:endParaRPr lang="zh-CN" altLang="en-US"/>
          </a:p>
        </p:txBody>
      </p:sp>
      <p:sp>
        <p:nvSpPr>
          <p:cNvPr id="4" name="灯片编号占位符 3">
            <a:extLst>
              <a:ext uri="{FF2B5EF4-FFF2-40B4-BE49-F238E27FC236}">
                <a16:creationId xmlns:a16="http://schemas.microsoft.com/office/drawing/2014/main" id="{1F9B5359-9866-14B9-1C49-FED192620A9C}"/>
              </a:ext>
            </a:extLst>
          </p:cNvPr>
          <p:cNvSpPr>
            <a:spLocks noGrp="1"/>
          </p:cNvSpPr>
          <p:nvPr>
            <p:ph type="sldNum" sz="quarter" idx="4"/>
          </p:nvPr>
        </p:nvSpPr>
        <p:spPr/>
        <p:txBody>
          <a:bodyPr/>
          <a:lstStyle/>
          <a:p>
            <a:pPr algn="ctr"/>
            <a:r>
              <a:rPr lang="en-SG"/>
              <a:t>Page </a:t>
            </a:r>
            <a:fld id="{2F63C605-4FC6-46DE-BC90-871762EA3F52}" type="slidenum">
              <a:rPr lang="en-SG" smtClean="0"/>
              <a:t>24</a:t>
            </a:fld>
            <a:endParaRPr lang="en-SG"/>
          </a:p>
        </p:txBody>
      </p:sp>
      <p:sp>
        <p:nvSpPr>
          <p:cNvPr id="7" name="文本占位符 2">
            <a:extLst>
              <a:ext uri="{FF2B5EF4-FFF2-40B4-BE49-F238E27FC236}">
                <a16:creationId xmlns:a16="http://schemas.microsoft.com/office/drawing/2014/main" id="{E52F3AA4-4E1A-9ACC-A825-90CE65B04A72}"/>
              </a:ext>
            </a:extLst>
          </p:cNvPr>
          <p:cNvSpPr txBox="1">
            <a:spLocks/>
          </p:cNvSpPr>
          <p:nvPr/>
        </p:nvSpPr>
        <p:spPr>
          <a:xfrm>
            <a:off x="628650" y="873570"/>
            <a:ext cx="4553171" cy="389399"/>
          </a:xfrm>
          <a:prstGeom prst="rect">
            <a:avLst/>
          </a:prstGeom>
        </p:spPr>
        <p:txBody>
          <a:bodyPr vert="horz" lIns="91440" tIns="45720" rIns="91440" bIns="45720" rtlCol="0">
            <a:normAutofit fontScale="92500" lnSpcReduction="10000"/>
          </a:bodyPr>
          <a:lstStyle>
            <a:lvl1pPr marL="514350" indent="-514350" algn="just" defTabSz="914400" rtl="0" eaLnBrk="1" latinLnBrk="0" hangingPunct="1">
              <a:lnSpc>
                <a:spcPct val="90000"/>
              </a:lnSpc>
              <a:spcBef>
                <a:spcPts val="1000"/>
              </a:spcBef>
              <a:buFont typeface="Arial" panose="020B0604020202020204" pitchFamily="34" charset="0"/>
              <a:buChar char="•"/>
              <a:defRPr sz="2800" b="0" kern="1200" cap="none" baseline="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400" b="1">
                <a:solidFill>
                  <a:schemeClr val="accent1"/>
                </a:solidFill>
              </a:rPr>
              <a:t>Shift to YOLOv8</a:t>
            </a:r>
            <a:endParaRPr lang="zh-CN" altLang="en-US" sz="2400" b="1">
              <a:solidFill>
                <a:schemeClr val="accent1"/>
              </a:solidFill>
            </a:endParaRPr>
          </a:p>
        </p:txBody>
      </p:sp>
      <p:pic>
        <p:nvPicPr>
          <p:cNvPr id="3" name="图片 1">
            <a:extLst>
              <a:ext uri="{FF2B5EF4-FFF2-40B4-BE49-F238E27FC236}">
                <a16:creationId xmlns:a16="http://schemas.microsoft.com/office/drawing/2014/main" id="{84F3010B-5F92-7770-5543-FD92D8619F81}"/>
              </a:ext>
            </a:extLst>
          </p:cNvPr>
          <p:cNvPicPr>
            <a:picLocks noChangeAspect="1"/>
          </p:cNvPicPr>
          <p:nvPr/>
        </p:nvPicPr>
        <p:blipFill>
          <a:blip r:embed="rId3"/>
          <a:stretch>
            <a:fillRect/>
          </a:stretch>
        </p:blipFill>
        <p:spPr>
          <a:xfrm>
            <a:off x="344139" y="3156897"/>
            <a:ext cx="3941915" cy="2966643"/>
          </a:xfrm>
          <a:prstGeom prst="rect">
            <a:avLst/>
          </a:prstGeom>
        </p:spPr>
      </p:pic>
      <p:sp>
        <p:nvSpPr>
          <p:cNvPr id="8" name="文字方塊 7">
            <a:extLst>
              <a:ext uri="{FF2B5EF4-FFF2-40B4-BE49-F238E27FC236}">
                <a16:creationId xmlns:a16="http://schemas.microsoft.com/office/drawing/2014/main" id="{86000CF5-F80C-F7B1-3E29-5B04B3B887BB}"/>
              </a:ext>
            </a:extLst>
          </p:cNvPr>
          <p:cNvSpPr txBox="1"/>
          <p:nvPr/>
        </p:nvSpPr>
        <p:spPr>
          <a:xfrm>
            <a:off x="599064" y="1218779"/>
            <a:ext cx="7564712" cy="923330"/>
          </a:xfrm>
          <a:prstGeom prst="rect">
            <a:avLst/>
          </a:prstGeom>
          <a:noFill/>
        </p:spPr>
        <p:txBody>
          <a:bodyPr wrap="square" rtlCol="0">
            <a:spAutoFit/>
          </a:bodyPr>
          <a:lstStyle/>
          <a:p>
            <a:r>
              <a:rPr lang="en" altLang="zh-TW"/>
              <a:t>To improve accuracy and capture gesture details, YOLOv8 was chosen over YOLOv5. Key advancements include:</a:t>
            </a:r>
          </a:p>
          <a:p>
            <a:endParaRPr kumimoji="1" lang="zh-TW" altLang="en-US" err="1">
              <a:solidFill>
                <a:schemeClr val="tx1">
                  <a:lumMod val="75000"/>
                  <a:lumOff val="25000"/>
                </a:schemeClr>
              </a:solidFill>
            </a:endParaRPr>
          </a:p>
        </p:txBody>
      </p:sp>
      <p:sp>
        <p:nvSpPr>
          <p:cNvPr id="11" name="文字方塊 10">
            <a:extLst>
              <a:ext uri="{FF2B5EF4-FFF2-40B4-BE49-F238E27FC236}">
                <a16:creationId xmlns:a16="http://schemas.microsoft.com/office/drawing/2014/main" id="{16F5FDC6-FC78-F92D-720A-C05861287507}"/>
              </a:ext>
            </a:extLst>
          </p:cNvPr>
          <p:cNvSpPr txBox="1"/>
          <p:nvPr/>
        </p:nvSpPr>
        <p:spPr>
          <a:xfrm>
            <a:off x="310512" y="1885206"/>
            <a:ext cx="8522976" cy="1200329"/>
          </a:xfrm>
          <a:prstGeom prst="rect">
            <a:avLst/>
          </a:prstGeom>
          <a:noFill/>
        </p:spPr>
        <p:txBody>
          <a:bodyPr wrap="square" rtlCol="0">
            <a:spAutoFit/>
          </a:bodyPr>
          <a:lstStyle/>
          <a:p>
            <a:pPr marL="285750" indent="-285750">
              <a:buFont typeface="Arial" panose="020B0604020202020204" pitchFamily="34" charset="0"/>
              <a:buChar char="•"/>
            </a:pPr>
            <a:r>
              <a:rPr lang="en" altLang="zh-TW" b="1"/>
              <a:t>Enhanced Feature Extraction :</a:t>
            </a:r>
            <a:r>
              <a:rPr lang="en" altLang="zh-TW"/>
              <a:t>Uses </a:t>
            </a:r>
            <a:r>
              <a:rPr lang="en" altLang="zh-TW" err="1"/>
              <a:t>CSPNet</a:t>
            </a:r>
            <a:r>
              <a:rPr lang="en" altLang="zh-TW"/>
              <a:t> with refined convolutional blocks and introduces a new P2 layer for better detail capture (e.g., finger movements).</a:t>
            </a:r>
          </a:p>
          <a:p>
            <a:pPr marL="285750" indent="-285750">
              <a:buFont typeface="Arial" panose="020B0604020202020204" pitchFamily="34" charset="0"/>
              <a:buChar char="•"/>
            </a:pPr>
            <a:r>
              <a:rPr lang="en" altLang="zh-TW" b="1"/>
              <a:t>Adaptive Anchor Boxes :</a:t>
            </a:r>
            <a:r>
              <a:rPr lang="en" altLang="zh-TW"/>
              <a:t>Dynamic anchor box adjustment based on dataset, improving precision for detailed gestures.</a:t>
            </a:r>
          </a:p>
        </p:txBody>
      </p:sp>
      <p:sp>
        <p:nvSpPr>
          <p:cNvPr id="12" name="文字方塊 11">
            <a:extLst>
              <a:ext uri="{FF2B5EF4-FFF2-40B4-BE49-F238E27FC236}">
                <a16:creationId xmlns:a16="http://schemas.microsoft.com/office/drawing/2014/main" id="{8C3F1595-0D27-EBCA-EBE7-51119C62A2E2}"/>
              </a:ext>
            </a:extLst>
          </p:cNvPr>
          <p:cNvSpPr txBox="1"/>
          <p:nvPr/>
        </p:nvSpPr>
        <p:spPr>
          <a:xfrm>
            <a:off x="628650" y="6115221"/>
            <a:ext cx="3571539" cy="369332"/>
          </a:xfrm>
          <a:prstGeom prst="rect">
            <a:avLst/>
          </a:prstGeom>
          <a:noFill/>
        </p:spPr>
        <p:txBody>
          <a:bodyPr wrap="square" rtlCol="0">
            <a:spAutoFit/>
          </a:bodyPr>
          <a:lstStyle/>
          <a:p>
            <a:r>
              <a:rPr lang="zh-TW" altLang="zh-TW" sz="1800" b="1">
                <a:solidFill>
                  <a:srgbClr val="808080"/>
                </a:solidFill>
                <a:effectLst/>
                <a:ea typeface="DengXian" panose="02010600030101010101" pitchFamily="2" charset="-122"/>
                <a:cs typeface="Arial" panose="020B0604020202020204" pitchFamily="34" charset="0"/>
              </a:rPr>
              <a:t> </a:t>
            </a:r>
            <a:r>
              <a:rPr lang="en-US" altLang="zh-TW" sz="1200" b="1">
                <a:solidFill>
                  <a:srgbClr val="808080"/>
                </a:solidFill>
                <a:effectLst/>
                <a:ea typeface="DengXian" panose="02010600030101010101" pitchFamily="2" charset="-122"/>
                <a:cs typeface="Arial" panose="020B0604020202020204" pitchFamily="34" charset="0"/>
              </a:rPr>
              <a:t>The exceptional performance of YOLO v8</a:t>
            </a:r>
            <a:r>
              <a:rPr lang="zh-TW" altLang="zh-TW" sz="1200">
                <a:effectLst/>
              </a:rPr>
              <a:t> </a:t>
            </a:r>
            <a:endParaRPr kumimoji="1" lang="zh-TW" altLang="en-US">
              <a:solidFill>
                <a:schemeClr val="tx1">
                  <a:lumMod val="75000"/>
                  <a:lumOff val="25000"/>
                </a:schemeClr>
              </a:solidFill>
            </a:endParaRPr>
          </a:p>
        </p:txBody>
      </p:sp>
      <p:sp>
        <p:nvSpPr>
          <p:cNvPr id="13" name="文字方塊 12">
            <a:extLst>
              <a:ext uri="{FF2B5EF4-FFF2-40B4-BE49-F238E27FC236}">
                <a16:creationId xmlns:a16="http://schemas.microsoft.com/office/drawing/2014/main" id="{2C925AE4-8D08-B2FE-E083-716CE825EF15}"/>
              </a:ext>
            </a:extLst>
          </p:cNvPr>
          <p:cNvSpPr txBox="1"/>
          <p:nvPr/>
        </p:nvSpPr>
        <p:spPr>
          <a:xfrm>
            <a:off x="4381420" y="3085535"/>
            <a:ext cx="4581964" cy="2585323"/>
          </a:xfrm>
          <a:prstGeom prst="rect">
            <a:avLst/>
          </a:prstGeom>
          <a:noFill/>
        </p:spPr>
        <p:txBody>
          <a:bodyPr wrap="square" rtlCol="0">
            <a:spAutoFit/>
          </a:bodyPr>
          <a:lstStyle/>
          <a:p>
            <a:pPr marL="285750" indent="-285750">
              <a:buFont typeface="Arial" panose="020B0604020202020204" pitchFamily="34" charset="0"/>
              <a:buChar char="•"/>
            </a:pPr>
            <a:r>
              <a:rPr lang="en" altLang="zh-TW" b="1"/>
              <a:t>Improved Background Handling :</a:t>
            </a:r>
            <a:r>
              <a:rPr lang="en" altLang="zh-TW"/>
              <a:t>Optimized loss functions and SPPF module enhance robustness in complex scenes and varied lighting.</a:t>
            </a:r>
          </a:p>
          <a:p>
            <a:pPr marL="285750" indent="-285750">
              <a:buFont typeface="Arial" panose="020B0604020202020204" pitchFamily="34" charset="0"/>
              <a:buChar char="•"/>
            </a:pPr>
            <a:r>
              <a:rPr lang="en" altLang="zh-TW" b="1"/>
              <a:t>Optimized Training Strategy ;</a:t>
            </a:r>
            <a:r>
              <a:rPr lang="en" altLang="zh-TW"/>
              <a:t>Techniques like Mosaic augmentation and Adaptive Label Smoothing increase sample diversity and stability.</a:t>
            </a:r>
          </a:p>
        </p:txBody>
      </p:sp>
    </p:spTree>
    <p:extLst>
      <p:ext uri="{BB962C8B-B14F-4D97-AF65-F5344CB8AC3E}">
        <p14:creationId xmlns:p14="http://schemas.microsoft.com/office/powerpoint/2010/main" val="24290490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674DC-CE77-E792-202E-02BD58C5A6F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459324C-27D6-0302-C483-681817ED2584}"/>
              </a:ext>
            </a:extLst>
          </p:cNvPr>
          <p:cNvSpPr>
            <a:spLocks noGrp="1"/>
          </p:cNvSpPr>
          <p:nvPr>
            <p:ph type="title"/>
          </p:nvPr>
        </p:nvSpPr>
        <p:spPr/>
        <p:txBody>
          <a:bodyPr>
            <a:normAutofit fontScale="90000"/>
          </a:bodyPr>
          <a:lstStyle/>
          <a:p>
            <a:r>
              <a:rPr lang="en-US" altLang="zh-CN"/>
              <a:t>4.5 Data Collection and Preparation</a:t>
            </a:r>
            <a:endParaRPr lang="zh-CN" altLang="en-US"/>
          </a:p>
        </p:txBody>
      </p:sp>
      <p:sp>
        <p:nvSpPr>
          <p:cNvPr id="4" name="灯片编号占位符 3">
            <a:extLst>
              <a:ext uri="{FF2B5EF4-FFF2-40B4-BE49-F238E27FC236}">
                <a16:creationId xmlns:a16="http://schemas.microsoft.com/office/drawing/2014/main" id="{F440E6B1-520B-3C5A-98BE-294E290AB259}"/>
              </a:ext>
            </a:extLst>
          </p:cNvPr>
          <p:cNvSpPr>
            <a:spLocks noGrp="1"/>
          </p:cNvSpPr>
          <p:nvPr>
            <p:ph type="sldNum" sz="quarter" idx="4"/>
          </p:nvPr>
        </p:nvSpPr>
        <p:spPr/>
        <p:txBody>
          <a:bodyPr/>
          <a:lstStyle/>
          <a:p>
            <a:pPr algn="ctr"/>
            <a:r>
              <a:rPr lang="en-SG"/>
              <a:t>Page </a:t>
            </a:r>
            <a:fld id="{2F63C605-4FC6-46DE-BC90-871762EA3F52}" type="slidenum">
              <a:rPr lang="en-SG" smtClean="0"/>
              <a:t>25</a:t>
            </a:fld>
            <a:endParaRPr lang="en-SG"/>
          </a:p>
        </p:txBody>
      </p:sp>
      <p:sp>
        <p:nvSpPr>
          <p:cNvPr id="6" name="文字方塊 5">
            <a:extLst>
              <a:ext uri="{FF2B5EF4-FFF2-40B4-BE49-F238E27FC236}">
                <a16:creationId xmlns:a16="http://schemas.microsoft.com/office/drawing/2014/main" id="{FC6CCC24-5A26-8D79-8D8D-FA1B68048FF1}"/>
              </a:ext>
            </a:extLst>
          </p:cNvPr>
          <p:cNvSpPr txBox="1"/>
          <p:nvPr/>
        </p:nvSpPr>
        <p:spPr>
          <a:xfrm>
            <a:off x="697734" y="1078617"/>
            <a:ext cx="7748531" cy="3693319"/>
          </a:xfrm>
          <a:prstGeom prst="rect">
            <a:avLst/>
          </a:prstGeom>
          <a:noFill/>
        </p:spPr>
        <p:txBody>
          <a:bodyPr wrap="square" rtlCol="0">
            <a:spAutoFit/>
          </a:bodyPr>
          <a:lstStyle/>
          <a:p>
            <a:r>
              <a:rPr lang="en" altLang="zh-TW" b="1"/>
              <a:t>Data Collection</a:t>
            </a:r>
          </a:p>
          <a:p>
            <a:pPr marL="285750" indent="-285750">
              <a:buFont typeface="Arial" panose="020B0604020202020204" pitchFamily="34" charset="0"/>
              <a:buChar char="•"/>
            </a:pPr>
            <a:r>
              <a:rPr lang="en" altLang="zh-TW"/>
              <a:t>Gathered images of sign language letters from public datasets.</a:t>
            </a:r>
          </a:p>
          <a:p>
            <a:pPr marL="285750" indent="-285750">
              <a:buFont typeface="Arial" panose="020B0604020202020204" pitchFamily="34" charset="0"/>
              <a:buChar char="•"/>
            </a:pPr>
            <a:r>
              <a:rPr lang="en" altLang="zh-TW"/>
              <a:t>Ensured data diversity with variations in lighting, backgrounds, and angles to represent real-world applications.</a:t>
            </a:r>
          </a:p>
          <a:p>
            <a:pPr marL="285750" indent="-285750">
              <a:buFont typeface="Arial" panose="020B0604020202020204" pitchFamily="34" charset="0"/>
              <a:buChar char="•"/>
            </a:pPr>
            <a:endParaRPr lang="en" altLang="zh-TW"/>
          </a:p>
          <a:p>
            <a:r>
              <a:rPr lang="en" altLang="zh-TW" b="1"/>
              <a:t>Data Preparation</a:t>
            </a:r>
          </a:p>
          <a:p>
            <a:pPr marL="285750" indent="-285750">
              <a:buFont typeface="Arial" panose="020B0604020202020204" pitchFamily="34" charset="0"/>
              <a:buChar char="•"/>
            </a:pPr>
            <a:r>
              <a:rPr lang="en" altLang="zh-TW"/>
              <a:t>Normalized images to maintain input consistency.</a:t>
            </a:r>
          </a:p>
          <a:p>
            <a:pPr marL="285750" indent="-285750">
              <a:buFont typeface="Arial" panose="020B0604020202020204" pitchFamily="34" charset="0"/>
              <a:buChar char="•"/>
            </a:pPr>
            <a:r>
              <a:rPr lang="en" altLang="zh-TW"/>
              <a:t>Applied data augmentation techniques:</a:t>
            </a:r>
          </a:p>
          <a:p>
            <a:pPr marL="742950" lvl="1" indent="-285750">
              <a:buFont typeface="Arial" panose="020B0604020202020204" pitchFamily="34" charset="0"/>
              <a:buChar char="•"/>
            </a:pPr>
            <a:r>
              <a:rPr lang="en" altLang="zh-TW"/>
              <a:t>Image rotation </a:t>
            </a:r>
          </a:p>
          <a:p>
            <a:pPr marL="742950" lvl="1" indent="-285750">
              <a:buFont typeface="Arial" panose="020B0604020202020204" pitchFamily="34" charset="0"/>
              <a:buChar char="•"/>
            </a:pPr>
            <a:r>
              <a:rPr lang="en" altLang="zh-TW"/>
              <a:t>Scaling </a:t>
            </a:r>
          </a:p>
          <a:p>
            <a:pPr marL="742950" lvl="1" indent="-285750">
              <a:buFont typeface="Arial" panose="020B0604020202020204" pitchFamily="34" charset="0"/>
              <a:buChar char="•"/>
            </a:pPr>
            <a:r>
              <a:rPr lang="en" altLang="zh-TW"/>
              <a:t>Contrast adjustment</a:t>
            </a:r>
          </a:p>
          <a:p>
            <a:pPr marL="285750" indent="-285750">
              <a:buFont typeface="Arial" panose="020B0604020202020204" pitchFamily="34" charset="0"/>
              <a:buChar char="•"/>
            </a:pPr>
            <a:r>
              <a:rPr lang="en" altLang="zh-TW"/>
              <a:t>Performed rigorous data cleaning to remove blurry or low-quality images, ensuring high-quality data for model training.</a:t>
            </a:r>
          </a:p>
        </p:txBody>
      </p:sp>
      <p:pic>
        <p:nvPicPr>
          <p:cNvPr id="5" name="圖片 4">
            <a:extLst>
              <a:ext uri="{FF2B5EF4-FFF2-40B4-BE49-F238E27FC236}">
                <a16:creationId xmlns:a16="http://schemas.microsoft.com/office/drawing/2014/main" id="{E3B7CB34-E52A-083C-451B-7D6D5CCBA45F}"/>
              </a:ext>
            </a:extLst>
          </p:cNvPr>
          <p:cNvPicPr>
            <a:picLocks noChangeAspect="1"/>
          </p:cNvPicPr>
          <p:nvPr/>
        </p:nvPicPr>
        <p:blipFill>
          <a:blip r:embed="rId3"/>
          <a:stretch>
            <a:fillRect/>
          </a:stretch>
        </p:blipFill>
        <p:spPr>
          <a:xfrm>
            <a:off x="360452" y="4869495"/>
            <a:ext cx="4445683" cy="1467366"/>
          </a:xfrm>
          <a:prstGeom prst="rect">
            <a:avLst/>
          </a:prstGeom>
        </p:spPr>
      </p:pic>
      <p:sp>
        <p:nvSpPr>
          <p:cNvPr id="8" name="文字方塊 7">
            <a:extLst>
              <a:ext uri="{FF2B5EF4-FFF2-40B4-BE49-F238E27FC236}">
                <a16:creationId xmlns:a16="http://schemas.microsoft.com/office/drawing/2014/main" id="{8EC8CD5A-195B-2F9C-6D9F-249D04E1BB88}"/>
              </a:ext>
            </a:extLst>
          </p:cNvPr>
          <p:cNvSpPr txBox="1"/>
          <p:nvPr/>
        </p:nvSpPr>
        <p:spPr>
          <a:xfrm>
            <a:off x="4754880" y="5967529"/>
            <a:ext cx="4028667" cy="369332"/>
          </a:xfrm>
          <a:prstGeom prst="rect">
            <a:avLst/>
          </a:prstGeom>
          <a:noFill/>
        </p:spPr>
        <p:txBody>
          <a:bodyPr wrap="none" rtlCol="0">
            <a:spAutoFit/>
          </a:bodyPr>
          <a:lstStyle/>
          <a:p>
            <a:r>
              <a:rPr lang="en-US" altLang="zh-TW" sz="1800" b="1">
                <a:solidFill>
                  <a:srgbClr val="808080"/>
                </a:solidFill>
                <a:effectLst/>
                <a:latin typeface="DengXian" panose="02010600030101010101" pitchFamily="2" charset="-122"/>
                <a:cs typeface="Arial" panose="020B0604020202020204" pitchFamily="34" charset="0"/>
              </a:rPr>
              <a:t>Apply data augmentation to images</a:t>
            </a:r>
            <a:r>
              <a:rPr lang="zh-TW" altLang="zh-TW">
                <a:effectLst/>
              </a:rPr>
              <a:t> </a:t>
            </a:r>
            <a:endParaRPr kumimoji="1" lang="zh-TW" altLang="en-US">
              <a:solidFill>
                <a:schemeClr val="tx1">
                  <a:lumMod val="75000"/>
                  <a:lumOff val="25000"/>
                </a:schemeClr>
              </a:solidFill>
            </a:endParaRPr>
          </a:p>
        </p:txBody>
      </p:sp>
    </p:spTree>
    <p:extLst>
      <p:ext uri="{BB962C8B-B14F-4D97-AF65-F5344CB8AC3E}">
        <p14:creationId xmlns:p14="http://schemas.microsoft.com/office/powerpoint/2010/main" val="485891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F5178-203F-1C08-6EBB-1CA91FF36E2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3A320D2-B0F5-F9C7-A750-C113A52F08E4}"/>
              </a:ext>
            </a:extLst>
          </p:cNvPr>
          <p:cNvSpPr>
            <a:spLocks noGrp="1"/>
          </p:cNvSpPr>
          <p:nvPr>
            <p:ph type="title"/>
          </p:nvPr>
        </p:nvSpPr>
        <p:spPr/>
        <p:txBody>
          <a:bodyPr>
            <a:normAutofit/>
          </a:bodyPr>
          <a:lstStyle/>
          <a:p>
            <a:r>
              <a:rPr lang="en-US" altLang="zh-CN"/>
              <a:t>4.6 Training</a:t>
            </a:r>
            <a:r>
              <a:rPr lang="zh-TW" altLang="en-US"/>
              <a:t> </a:t>
            </a:r>
            <a:r>
              <a:rPr lang="en-US" altLang="zh-TW"/>
              <a:t>&amp; Results</a:t>
            </a:r>
            <a:endParaRPr lang="zh-CN" altLang="en-US"/>
          </a:p>
        </p:txBody>
      </p:sp>
      <p:sp>
        <p:nvSpPr>
          <p:cNvPr id="4" name="灯片编号占位符 3">
            <a:extLst>
              <a:ext uri="{FF2B5EF4-FFF2-40B4-BE49-F238E27FC236}">
                <a16:creationId xmlns:a16="http://schemas.microsoft.com/office/drawing/2014/main" id="{9ED56AE7-2E58-557B-78FF-D0AE4120DBC7}"/>
              </a:ext>
            </a:extLst>
          </p:cNvPr>
          <p:cNvSpPr>
            <a:spLocks noGrp="1"/>
          </p:cNvSpPr>
          <p:nvPr>
            <p:ph type="sldNum" sz="quarter" idx="4"/>
          </p:nvPr>
        </p:nvSpPr>
        <p:spPr/>
        <p:txBody>
          <a:bodyPr/>
          <a:lstStyle/>
          <a:p>
            <a:pPr algn="ctr"/>
            <a:r>
              <a:rPr lang="en-SG"/>
              <a:t>Page </a:t>
            </a:r>
            <a:fld id="{2F63C605-4FC6-46DE-BC90-871762EA3F52}" type="slidenum">
              <a:rPr lang="en-SG" smtClean="0"/>
              <a:t>26</a:t>
            </a:fld>
            <a:endParaRPr lang="en-SG"/>
          </a:p>
        </p:txBody>
      </p:sp>
      <p:sp>
        <p:nvSpPr>
          <p:cNvPr id="6" name="文字方塊 5">
            <a:extLst>
              <a:ext uri="{FF2B5EF4-FFF2-40B4-BE49-F238E27FC236}">
                <a16:creationId xmlns:a16="http://schemas.microsoft.com/office/drawing/2014/main" id="{B1BCED30-FBD2-4369-9B09-A8A80AC6FA6E}"/>
              </a:ext>
            </a:extLst>
          </p:cNvPr>
          <p:cNvSpPr txBox="1"/>
          <p:nvPr/>
        </p:nvSpPr>
        <p:spPr>
          <a:xfrm>
            <a:off x="628650" y="1582340"/>
            <a:ext cx="7748531" cy="3693319"/>
          </a:xfrm>
          <a:prstGeom prst="rect">
            <a:avLst/>
          </a:prstGeom>
          <a:noFill/>
        </p:spPr>
        <p:txBody>
          <a:bodyPr wrap="square" rtlCol="0">
            <a:spAutoFit/>
          </a:bodyPr>
          <a:lstStyle/>
          <a:p>
            <a:pPr marL="285750" indent="-285750">
              <a:buFont typeface="Arial" panose="020B0604020202020204" pitchFamily="34" charset="0"/>
              <a:buChar char="•"/>
            </a:pPr>
            <a:r>
              <a:rPr lang="en" altLang="zh-TW" b="1"/>
              <a:t>Pretrained Weights Initialization</a:t>
            </a:r>
            <a:r>
              <a:rPr lang="en" altLang="zh-TW"/>
              <a:t>:</a:t>
            </a:r>
            <a:br>
              <a:rPr lang="en" altLang="zh-TW"/>
            </a:br>
            <a:r>
              <a:rPr lang="en" altLang="zh-TW"/>
              <a:t>Use YOLOv8's pre-trained weights to improve initial recognition capabilities and accelerate model convergence.</a:t>
            </a:r>
          </a:p>
          <a:p>
            <a:pPr marL="285750" indent="-285750">
              <a:buFont typeface="Arial" panose="020B0604020202020204" pitchFamily="34" charset="0"/>
              <a:buChar char="•"/>
            </a:pPr>
            <a:r>
              <a:rPr lang="en" altLang="zh-TW" b="1"/>
              <a:t>Fine-Tuning &amp; Hyperparameter Optimization</a:t>
            </a:r>
            <a:r>
              <a:rPr lang="en" altLang="zh-TW"/>
              <a:t>:</a:t>
            </a:r>
            <a:br>
              <a:rPr lang="en" altLang="zh-TW"/>
            </a:br>
            <a:r>
              <a:rPr lang="en" altLang="zh-TW"/>
              <a:t>Conducted multiple fine-tuning sessions with optimized settings, achieving model stability and improved accuracy for sign language gestures.</a:t>
            </a:r>
          </a:p>
          <a:p>
            <a:pPr marL="285750" indent="-285750">
              <a:buFont typeface="Arial" panose="020B0604020202020204" pitchFamily="34" charset="0"/>
              <a:buChar char="•"/>
            </a:pPr>
            <a:r>
              <a:rPr lang="en" altLang="zh-TW" b="1"/>
              <a:t>Data Augmentation</a:t>
            </a:r>
            <a:r>
              <a:rPr lang="en" altLang="zh-TW"/>
              <a:t>:</a:t>
            </a:r>
            <a:br>
              <a:rPr lang="en" altLang="zh-TW"/>
            </a:br>
            <a:r>
              <a:rPr lang="en" altLang="zh-TW"/>
              <a:t>Applied techniques like rotation, brightness adjustment, and translation to improve adaptability across various environments.</a:t>
            </a:r>
          </a:p>
          <a:p>
            <a:pPr marL="285750" indent="-285750">
              <a:buFont typeface="Arial" panose="020B0604020202020204" pitchFamily="34" charset="0"/>
              <a:buChar char="•"/>
            </a:pPr>
            <a:r>
              <a:rPr lang="en" altLang="zh-TW" b="1"/>
              <a:t>Results</a:t>
            </a:r>
            <a:r>
              <a:rPr lang="en" altLang="zh-TW"/>
              <a:t>:</a:t>
            </a:r>
            <a:br>
              <a:rPr lang="en" altLang="zh-TW"/>
            </a:br>
            <a:r>
              <a:rPr lang="en" altLang="zh-TW"/>
              <a:t>Achieved an F1 score of </a:t>
            </a:r>
            <a:r>
              <a:rPr lang="en" altLang="zh-TW" b="1"/>
              <a:t>0.87</a:t>
            </a:r>
            <a:r>
              <a:rPr lang="en" altLang="zh-TW"/>
              <a:t>, enabling real-time recognition of 26 English alphabet gestures with high accuracy.</a:t>
            </a:r>
          </a:p>
        </p:txBody>
      </p:sp>
    </p:spTree>
    <p:extLst>
      <p:ext uri="{BB962C8B-B14F-4D97-AF65-F5344CB8AC3E}">
        <p14:creationId xmlns:p14="http://schemas.microsoft.com/office/powerpoint/2010/main" val="9661725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88466" y="2169956"/>
            <a:ext cx="7411601" cy="835890"/>
          </a:xfrm>
        </p:spPr>
        <p:txBody>
          <a:bodyPr>
            <a:normAutofit/>
          </a:bodyPr>
          <a:lstStyle/>
          <a:p>
            <a:r>
              <a:rPr lang="en-US" altLang="zh-CN">
                <a:solidFill>
                  <a:schemeClr val="tx1">
                    <a:lumMod val="75000"/>
                    <a:lumOff val="25000"/>
                  </a:schemeClr>
                </a:solidFill>
                <a:latin typeface="Arial"/>
                <a:ea typeface="黑体"/>
                <a:cs typeface="Arial"/>
                <a:sym typeface="+mn-ea"/>
              </a:rPr>
              <a:t>5 Evaluation</a:t>
            </a:r>
            <a:endParaRPr lang="zh-CN" altLang="en-US">
              <a:solidFill>
                <a:schemeClr val="tx1">
                  <a:lumMod val="75000"/>
                  <a:lumOff val="25000"/>
                </a:schemeClr>
              </a:solidFill>
              <a:latin typeface="Arial"/>
              <a:ea typeface="黑体"/>
              <a:cs typeface="Arial"/>
            </a:endParaRPr>
          </a:p>
        </p:txBody>
      </p:sp>
      <p:sp>
        <p:nvSpPr>
          <p:cNvPr id="4" name="灯片编号占位符 3"/>
          <p:cNvSpPr>
            <a:spLocks noGrp="1"/>
          </p:cNvSpPr>
          <p:nvPr>
            <p:ph type="sldNum" sz="quarter" idx="4"/>
          </p:nvPr>
        </p:nvSpPr>
        <p:spPr/>
        <p:txBody>
          <a:bodyPr/>
          <a:lstStyle/>
          <a:p>
            <a:pPr algn="ctr"/>
            <a:r>
              <a:rPr lang="en-SG"/>
              <a:t>Page </a:t>
            </a:r>
            <a:fld id="{2F63C605-4FC6-46DE-BC90-871762EA3F52}" type="slidenum">
              <a:rPr lang="en-SG" smtClean="0"/>
              <a:t>27</a:t>
            </a:fld>
            <a:endParaRPr lang="en-SG"/>
          </a:p>
        </p:txBody>
      </p:sp>
      <p:cxnSp>
        <p:nvCxnSpPr>
          <p:cNvPr id="3" name="直接连接符 2">
            <a:extLst>
              <a:ext uri="{FF2B5EF4-FFF2-40B4-BE49-F238E27FC236}">
                <a16:creationId xmlns:a16="http://schemas.microsoft.com/office/drawing/2014/main" id="{2C03553B-35C4-3BF0-A01E-184877FC9BCD}"/>
              </a:ext>
            </a:extLst>
          </p:cNvPr>
          <p:cNvCxnSpPr>
            <a:cxnSpLocks/>
          </p:cNvCxnSpPr>
          <p:nvPr/>
        </p:nvCxnSpPr>
        <p:spPr>
          <a:xfrm>
            <a:off x="1336696" y="2985169"/>
            <a:ext cx="7411601"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08407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307E5-8BF3-25D2-DB7E-AAF2CB408181}"/>
              </a:ext>
            </a:extLst>
          </p:cNvPr>
          <p:cNvSpPr>
            <a:spLocks noGrp="1"/>
          </p:cNvSpPr>
          <p:nvPr>
            <p:ph type="title"/>
          </p:nvPr>
        </p:nvSpPr>
        <p:spPr/>
        <p:txBody>
          <a:bodyPr/>
          <a:lstStyle/>
          <a:p>
            <a:r>
              <a:rPr lang="en-US" altLang="zh-CN"/>
              <a:t>5 Evaluation</a:t>
            </a:r>
            <a:endParaRPr lang="zh-CN" altLang="en-US"/>
          </a:p>
        </p:txBody>
      </p:sp>
      <p:sp>
        <p:nvSpPr>
          <p:cNvPr id="4" name="灯片编号占位符 3">
            <a:extLst>
              <a:ext uri="{FF2B5EF4-FFF2-40B4-BE49-F238E27FC236}">
                <a16:creationId xmlns:a16="http://schemas.microsoft.com/office/drawing/2014/main" id="{68619375-4C34-52A4-C90E-4FB9C8A622CD}"/>
              </a:ext>
            </a:extLst>
          </p:cNvPr>
          <p:cNvSpPr>
            <a:spLocks noGrp="1"/>
          </p:cNvSpPr>
          <p:nvPr>
            <p:ph type="sldNum" sz="quarter" idx="4"/>
          </p:nvPr>
        </p:nvSpPr>
        <p:spPr/>
        <p:txBody>
          <a:bodyPr/>
          <a:lstStyle/>
          <a:p>
            <a:pPr algn="ctr"/>
            <a:r>
              <a:rPr lang="en-SG"/>
              <a:t>Page </a:t>
            </a:r>
            <a:fld id="{2F63C605-4FC6-46DE-BC90-871762EA3F52}" type="slidenum">
              <a:rPr lang="en-SG" smtClean="0"/>
              <a:t>28</a:t>
            </a:fld>
            <a:endParaRPr lang="en-SG"/>
          </a:p>
        </p:txBody>
      </p:sp>
      <p:sp>
        <p:nvSpPr>
          <p:cNvPr id="7" name="文本占位符 2">
            <a:extLst>
              <a:ext uri="{FF2B5EF4-FFF2-40B4-BE49-F238E27FC236}">
                <a16:creationId xmlns:a16="http://schemas.microsoft.com/office/drawing/2014/main" id="{ECEA36E9-5D4C-84A4-F2C4-C6CB447D5295}"/>
              </a:ext>
            </a:extLst>
          </p:cNvPr>
          <p:cNvSpPr txBox="1">
            <a:spLocks/>
          </p:cNvSpPr>
          <p:nvPr/>
        </p:nvSpPr>
        <p:spPr>
          <a:xfrm>
            <a:off x="628650" y="873570"/>
            <a:ext cx="4553171" cy="389399"/>
          </a:xfrm>
          <a:prstGeom prst="rect">
            <a:avLst/>
          </a:prstGeom>
        </p:spPr>
        <p:txBody>
          <a:bodyPr vert="horz" lIns="91440" tIns="45720" rIns="91440" bIns="45720" rtlCol="0">
            <a:normAutofit fontScale="92500" lnSpcReduction="10000"/>
          </a:bodyPr>
          <a:lstStyle>
            <a:lvl1pPr marL="514350" indent="-514350" algn="just" defTabSz="914400" rtl="0" eaLnBrk="1" latinLnBrk="0" hangingPunct="1">
              <a:lnSpc>
                <a:spcPct val="90000"/>
              </a:lnSpc>
              <a:spcBef>
                <a:spcPts val="1000"/>
              </a:spcBef>
              <a:buFont typeface="Arial" panose="020B0604020202020204" pitchFamily="34" charset="0"/>
              <a:buChar char="•"/>
              <a:defRPr sz="2800" b="0" kern="1200" cap="none" baseline="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400" b="1">
                <a:solidFill>
                  <a:schemeClr val="accent1"/>
                </a:solidFill>
              </a:rPr>
              <a:t>Normalized Confusion Matrix</a:t>
            </a:r>
            <a:endParaRPr lang="zh-CN" altLang="en-US" sz="2400" b="1">
              <a:solidFill>
                <a:schemeClr val="accent1"/>
              </a:solidFill>
            </a:endParaRPr>
          </a:p>
        </p:txBody>
      </p:sp>
      <p:pic>
        <p:nvPicPr>
          <p:cNvPr id="8" name="图片 7">
            <a:extLst>
              <a:ext uri="{FF2B5EF4-FFF2-40B4-BE49-F238E27FC236}">
                <a16:creationId xmlns:a16="http://schemas.microsoft.com/office/drawing/2014/main" id="{1F350CEB-F9BF-940F-D180-B0D63CED2A8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9052" t="1306" r="9377" b="2026"/>
          <a:stretch/>
        </p:blipFill>
        <p:spPr bwMode="auto">
          <a:xfrm>
            <a:off x="109122" y="1340147"/>
            <a:ext cx="5715000" cy="5078730"/>
          </a:xfrm>
          <a:prstGeom prst="rect">
            <a:avLst/>
          </a:prstGeom>
          <a:noFill/>
          <a:ln>
            <a:noFill/>
          </a:ln>
          <a:extLst>
            <a:ext uri="{53640926-AAD7-44D8-BBD7-CCE9431645EC}">
              <a14:shadowObscured xmlns:a14="http://schemas.microsoft.com/office/drawing/2010/main"/>
            </a:ext>
          </a:extLst>
        </p:spPr>
      </p:pic>
      <p:pic>
        <p:nvPicPr>
          <p:cNvPr id="5124" name="图片 4" descr="卡通人物&#10;&#10;低可信度描述已自动生成">
            <a:extLst>
              <a:ext uri="{FF2B5EF4-FFF2-40B4-BE49-F238E27FC236}">
                <a16:creationId xmlns:a16="http://schemas.microsoft.com/office/drawing/2014/main" id="{47ACCDB7-93D2-77F4-158B-434E108204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5763" y="1224683"/>
            <a:ext cx="746790" cy="746790"/>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0" descr="形状&#10;&#10;中度可信度描述已自动生成">
            <a:extLst>
              <a:ext uri="{FF2B5EF4-FFF2-40B4-BE49-F238E27FC236}">
                <a16:creationId xmlns:a16="http://schemas.microsoft.com/office/drawing/2014/main" id="{536E921A-E1EA-96FB-3D8C-3446C5A4B76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11919" y="1211480"/>
            <a:ext cx="759993" cy="759993"/>
          </a:xfrm>
          <a:prstGeom prst="rect">
            <a:avLst/>
          </a:prstGeom>
          <a:noFill/>
          <a:ln>
            <a:noFill/>
          </a:ln>
        </p:spPr>
      </p:pic>
      <p:pic>
        <p:nvPicPr>
          <p:cNvPr id="12" name="图片 11" descr="形状&#10;&#10;低可信度描述已自动生成">
            <a:extLst>
              <a:ext uri="{FF2B5EF4-FFF2-40B4-BE49-F238E27FC236}">
                <a16:creationId xmlns:a16="http://schemas.microsoft.com/office/drawing/2014/main" id="{AADD3AF4-6DE6-861E-7BE2-A6EF8E54FCFA}"/>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271855" y="1195003"/>
            <a:ext cx="776470" cy="776470"/>
          </a:xfrm>
          <a:prstGeom prst="rect">
            <a:avLst/>
          </a:prstGeom>
          <a:noFill/>
          <a:ln>
            <a:noFill/>
          </a:ln>
        </p:spPr>
      </p:pic>
      <p:sp>
        <p:nvSpPr>
          <p:cNvPr id="13" name="Rectangle 7">
            <a:extLst>
              <a:ext uri="{FF2B5EF4-FFF2-40B4-BE49-F238E27FC236}">
                <a16:creationId xmlns:a16="http://schemas.microsoft.com/office/drawing/2014/main" id="{0F2629A0-2D5B-4D9C-FD1A-231135DE8E2A}"/>
              </a:ext>
            </a:extLst>
          </p:cNvPr>
          <p:cNvSpPr>
            <a:spLocks noChangeArrowheads="1"/>
          </p:cNvSpPr>
          <p:nvPr/>
        </p:nvSpPr>
        <p:spPr bwMode="auto">
          <a:xfrm>
            <a:off x="5991509" y="1913961"/>
            <a:ext cx="3043369"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zh-CN" altLang="zh-CN" sz="1800" b="1" i="0" u="none" strike="noStrike" cap="none" normalizeH="0" baseline="0">
                <a:ln>
                  <a:noFill/>
                </a:ln>
                <a:solidFill>
                  <a:schemeClr val="tx1"/>
                </a:solidFill>
                <a:effectLst/>
                <a:latin typeface="Arial" panose="020B0604020202020204" pitchFamily="34" charset="0"/>
              </a:rPr>
              <a:t>Performance Observation</a:t>
            </a:r>
            <a:r>
              <a:rPr kumimoji="0" lang="zh-CN" altLang="zh-CN" sz="1800" b="0" i="0" u="none" strike="noStrike" cap="none" normalizeH="0" baseline="0">
                <a:ln>
                  <a:noFill/>
                </a:ln>
                <a:solidFill>
                  <a:schemeClr val="tx1"/>
                </a:solidFill>
                <a:effectLst/>
                <a:latin typeface="Arial" panose="020B0604020202020204" pitchFamily="34"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a:ln>
                  <a:noFill/>
                </a:ln>
                <a:solidFill>
                  <a:schemeClr val="tx1"/>
                </a:solidFill>
                <a:effectLst/>
                <a:latin typeface="Arial" panose="020B0604020202020204" pitchFamily="34" charset="0"/>
              </a:rPr>
              <a:t>Most letters are accurately detected</a:t>
            </a:r>
            <a:endParaRPr kumimoji="0" lang="en-US" altLang="zh-CN"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zh-CN" sz="1800" b="0" i="0" u="none" strike="noStrike" cap="none" normalizeH="0" baseline="0">
                <a:ln>
                  <a:noFill/>
                </a:ln>
                <a:solidFill>
                  <a:schemeClr val="tx1"/>
                </a:solidFill>
                <a:effectLst/>
                <a:latin typeface="Arial" panose="020B0604020202020204" pitchFamily="34" charset="0"/>
              </a:rPr>
              <a:t>C</a:t>
            </a:r>
            <a:r>
              <a:rPr kumimoji="0" lang="zh-CN" altLang="zh-CN" sz="1800" b="0" i="0" u="none" strike="noStrike" cap="none" normalizeH="0" baseline="0">
                <a:ln>
                  <a:noFill/>
                </a:ln>
                <a:solidFill>
                  <a:schemeClr val="tx1"/>
                </a:solidFill>
                <a:effectLst/>
                <a:latin typeface="Arial" panose="020B0604020202020204" pitchFamily="34" charset="0"/>
              </a:rPr>
              <a:t>onfusion observed among letters “M” “N” and “T” due to data limitations and letter similarity.</a:t>
            </a:r>
          </a:p>
          <a:p>
            <a:pPr marL="0" marR="0" lvl="0" indent="0" algn="l" defTabSz="914400" rtl="0" eaLnBrk="0" fontAlgn="base" latinLnBrk="0" hangingPunct="0">
              <a:lnSpc>
                <a:spcPct val="150000"/>
              </a:lnSpc>
              <a:spcBef>
                <a:spcPct val="0"/>
              </a:spcBef>
              <a:spcAft>
                <a:spcPct val="0"/>
              </a:spcAft>
              <a:buClrTx/>
              <a:buSzTx/>
              <a:tabLst/>
            </a:pPr>
            <a:r>
              <a:rPr kumimoji="0" lang="zh-CN" altLang="zh-CN" sz="1800" b="1" i="0" u="none" strike="noStrike" cap="none" normalizeH="0" baseline="0">
                <a:ln>
                  <a:noFill/>
                </a:ln>
                <a:solidFill>
                  <a:schemeClr val="tx1"/>
                </a:solidFill>
                <a:effectLst/>
                <a:latin typeface="Arial" panose="020B0604020202020204" pitchFamily="34" charset="0"/>
              </a:rPr>
              <a:t>Miss Rate</a:t>
            </a:r>
            <a:r>
              <a:rPr kumimoji="0" lang="zh-CN" altLang="zh-CN" sz="1800" b="0" i="0" u="none" strike="noStrike" cap="none" normalizeH="0" baseline="0">
                <a:ln>
                  <a:noFill/>
                </a:ln>
                <a:solidFill>
                  <a:schemeClr val="tx1"/>
                </a:solidFill>
                <a:effectLst/>
                <a:latin typeface="Arial" panose="020B0604020202020204" pitchFamily="34"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a:ln>
                  <a:noFill/>
                </a:ln>
                <a:solidFill>
                  <a:schemeClr val="tx1"/>
                </a:solidFill>
                <a:effectLst/>
                <a:latin typeface="Arial" panose="020B0604020202020204" pitchFamily="34" charset="0"/>
              </a:rPr>
              <a:t>The right-most column indicates a low miss rate across categories, demonstrating strong model accuracy.</a:t>
            </a:r>
          </a:p>
        </p:txBody>
      </p:sp>
    </p:spTree>
    <p:extLst>
      <p:ext uri="{BB962C8B-B14F-4D97-AF65-F5344CB8AC3E}">
        <p14:creationId xmlns:p14="http://schemas.microsoft.com/office/powerpoint/2010/main" val="11340478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FA4AC7-8BB4-B5DB-13A8-A744D8F6C051}"/>
              </a:ext>
            </a:extLst>
          </p:cNvPr>
          <p:cNvSpPr>
            <a:spLocks noGrp="1"/>
          </p:cNvSpPr>
          <p:nvPr>
            <p:ph type="title"/>
          </p:nvPr>
        </p:nvSpPr>
        <p:spPr/>
        <p:txBody>
          <a:bodyPr/>
          <a:lstStyle/>
          <a:p>
            <a:r>
              <a:rPr lang="en-US" altLang="zh-CN"/>
              <a:t>5 Evaluation</a:t>
            </a:r>
            <a:endParaRPr lang="zh-CN" altLang="en-US"/>
          </a:p>
        </p:txBody>
      </p:sp>
      <p:sp>
        <p:nvSpPr>
          <p:cNvPr id="4" name="灯片编号占位符 3">
            <a:extLst>
              <a:ext uri="{FF2B5EF4-FFF2-40B4-BE49-F238E27FC236}">
                <a16:creationId xmlns:a16="http://schemas.microsoft.com/office/drawing/2014/main" id="{9B44B883-1385-8B75-0EAF-B63852525572}"/>
              </a:ext>
            </a:extLst>
          </p:cNvPr>
          <p:cNvSpPr>
            <a:spLocks noGrp="1"/>
          </p:cNvSpPr>
          <p:nvPr>
            <p:ph type="sldNum" sz="quarter" idx="4"/>
          </p:nvPr>
        </p:nvSpPr>
        <p:spPr/>
        <p:txBody>
          <a:bodyPr/>
          <a:lstStyle/>
          <a:p>
            <a:pPr algn="ctr"/>
            <a:r>
              <a:rPr lang="en-SG"/>
              <a:t>Page </a:t>
            </a:r>
            <a:fld id="{2F63C605-4FC6-46DE-BC90-871762EA3F52}" type="slidenum">
              <a:rPr lang="en-SG" smtClean="0"/>
              <a:t>29</a:t>
            </a:fld>
            <a:endParaRPr lang="en-SG"/>
          </a:p>
        </p:txBody>
      </p:sp>
      <p:pic>
        <p:nvPicPr>
          <p:cNvPr id="5" name="图片 4" descr="图表&#10;&#10;描述已自动生成">
            <a:extLst>
              <a:ext uri="{FF2B5EF4-FFF2-40B4-BE49-F238E27FC236}">
                <a16:creationId xmlns:a16="http://schemas.microsoft.com/office/drawing/2014/main" id="{6147B558-0945-44A5-EADF-DA875CB028A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478" t="1661" r="1621" b="2369"/>
          <a:stretch/>
        </p:blipFill>
        <p:spPr bwMode="auto">
          <a:xfrm>
            <a:off x="927125" y="1207136"/>
            <a:ext cx="5554980" cy="3670300"/>
          </a:xfrm>
          <a:prstGeom prst="rect">
            <a:avLst/>
          </a:prstGeom>
          <a:noFill/>
          <a:ln>
            <a:noFill/>
          </a:ln>
          <a:extLst>
            <a:ext uri="{53640926-AAD7-44D8-BBD7-CCE9431645EC}">
              <a14:shadowObscured xmlns:a14="http://schemas.microsoft.com/office/drawing/2010/main"/>
            </a:ext>
          </a:extLst>
        </p:spPr>
      </p:pic>
      <p:sp>
        <p:nvSpPr>
          <p:cNvPr id="6" name="文本占位符 2">
            <a:extLst>
              <a:ext uri="{FF2B5EF4-FFF2-40B4-BE49-F238E27FC236}">
                <a16:creationId xmlns:a16="http://schemas.microsoft.com/office/drawing/2014/main" id="{6AB78F0B-5834-A8AB-AEAF-ACB311D2A1A7}"/>
              </a:ext>
            </a:extLst>
          </p:cNvPr>
          <p:cNvSpPr txBox="1">
            <a:spLocks/>
          </p:cNvSpPr>
          <p:nvPr/>
        </p:nvSpPr>
        <p:spPr>
          <a:xfrm>
            <a:off x="628650" y="853120"/>
            <a:ext cx="4553171" cy="389399"/>
          </a:xfrm>
          <a:prstGeom prst="rect">
            <a:avLst/>
          </a:prstGeom>
        </p:spPr>
        <p:txBody>
          <a:bodyPr vert="horz" lIns="91440" tIns="45720" rIns="91440" bIns="45720" rtlCol="0">
            <a:normAutofit fontScale="92500" lnSpcReduction="10000"/>
          </a:bodyPr>
          <a:lstStyle>
            <a:lvl1pPr marL="514350" indent="-514350" algn="just" defTabSz="914400" rtl="0" eaLnBrk="1" latinLnBrk="0" hangingPunct="1">
              <a:lnSpc>
                <a:spcPct val="90000"/>
              </a:lnSpc>
              <a:spcBef>
                <a:spcPts val="1000"/>
              </a:spcBef>
              <a:buFont typeface="Arial" panose="020B0604020202020204" pitchFamily="34" charset="0"/>
              <a:buChar char="•"/>
              <a:defRPr sz="2800" b="0" kern="1200" cap="none" baseline="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400" b="1">
                <a:solidFill>
                  <a:schemeClr val="accent1"/>
                </a:solidFill>
              </a:rPr>
              <a:t>F1 Curve</a:t>
            </a:r>
            <a:endParaRPr lang="zh-CN" altLang="en-US" sz="2400" b="1">
              <a:solidFill>
                <a:schemeClr val="accent1"/>
              </a:solidFill>
            </a:endParaRPr>
          </a:p>
        </p:txBody>
      </p:sp>
      <p:sp>
        <p:nvSpPr>
          <p:cNvPr id="7" name="Rectangle 1">
            <a:extLst>
              <a:ext uri="{FF2B5EF4-FFF2-40B4-BE49-F238E27FC236}">
                <a16:creationId xmlns:a16="http://schemas.microsoft.com/office/drawing/2014/main" id="{A7E3206C-BD48-B498-9A48-50B765F6972E}"/>
              </a:ext>
            </a:extLst>
          </p:cNvPr>
          <p:cNvSpPr>
            <a:spLocks noChangeArrowheads="1"/>
          </p:cNvSpPr>
          <p:nvPr/>
        </p:nvSpPr>
        <p:spPr bwMode="auto">
          <a:xfrm>
            <a:off x="243191" y="4892582"/>
            <a:ext cx="876462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Low Thresholds</a:t>
            </a:r>
            <a:r>
              <a:rPr kumimoji="0" lang="zh-CN" altLang="zh-CN" sz="1800" b="0" i="0" u="none" strike="noStrike" cap="none" normalizeH="0" baseline="0">
                <a:ln>
                  <a:noFill/>
                </a:ln>
                <a:solidFill>
                  <a:schemeClr val="tx1"/>
                </a:solidFill>
                <a:effectLst/>
                <a:latin typeface="Arial" panose="020B0604020202020204" pitchFamily="34" charset="0"/>
              </a:rPr>
              <a:t>: Increases recall but reduces precision, as more low-confidence predictions are classified as true.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High Thresholds</a:t>
            </a:r>
            <a:r>
              <a:rPr kumimoji="0" lang="zh-CN" altLang="zh-CN" sz="1800" b="0" i="0" u="none" strike="noStrike" cap="none" normalizeH="0" baseline="0">
                <a:ln>
                  <a:noFill/>
                </a:ln>
                <a:solidFill>
                  <a:schemeClr val="tx1"/>
                </a:solidFill>
                <a:effectLst/>
                <a:latin typeface="Arial" panose="020B0604020202020204" pitchFamily="34" charset="0"/>
              </a:rPr>
              <a:t>: Enhances precision by classifying only high-confidence samples as true, improving model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Optimal Range</a:t>
            </a:r>
            <a:r>
              <a:rPr kumimoji="0" lang="zh-CN" altLang="zh-CN" sz="1800" b="0" i="0" u="none" strike="noStrike" cap="none" normalizeH="0" baseline="0">
                <a:ln>
                  <a:noFill/>
                </a:ln>
                <a:solidFill>
                  <a:schemeClr val="tx1"/>
                </a:solidFill>
                <a:effectLst/>
                <a:latin typeface="Arial" panose="020B0604020202020204" pitchFamily="34" charset="0"/>
              </a:rPr>
              <a:t>: The F1 curve shows the best balance between precision and recall within a confidence range of 0.2 to 0.8</a:t>
            </a:r>
          </a:p>
        </p:txBody>
      </p:sp>
      <p:sp>
        <p:nvSpPr>
          <p:cNvPr id="11" name="文本框 10">
            <a:extLst>
              <a:ext uri="{FF2B5EF4-FFF2-40B4-BE49-F238E27FC236}">
                <a16:creationId xmlns:a16="http://schemas.microsoft.com/office/drawing/2014/main" id="{322D0DE1-7132-CE34-2830-4A1037F4A315}"/>
              </a:ext>
            </a:extLst>
          </p:cNvPr>
          <p:cNvSpPr txBox="1"/>
          <p:nvPr/>
        </p:nvSpPr>
        <p:spPr>
          <a:xfrm>
            <a:off x="4867246" y="3302439"/>
            <a:ext cx="4234024" cy="147732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F1 Score</a:t>
            </a:r>
            <a:r>
              <a:rPr kumimoji="0" lang="zh-CN" altLang="zh-CN" sz="1800" b="0" i="0" u="none" strike="noStrike" cap="none" normalizeH="0" baseline="0">
                <a:ln>
                  <a:noFill/>
                </a:ln>
                <a:solidFill>
                  <a:schemeClr val="tx1"/>
                </a:solidFill>
                <a:effectLst/>
                <a:latin typeface="Arial" panose="020B0604020202020204" pitchFamily="34"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a:ln>
                  <a:noFill/>
                </a:ln>
                <a:solidFill>
                  <a:schemeClr val="tx1"/>
                </a:solidFill>
                <a:effectLst/>
                <a:latin typeface="Arial" panose="020B0604020202020204" pitchFamily="34" charset="0"/>
              </a:rPr>
              <a:t>Measures the balance between precision and recall, ranging from 0 to 1 </a:t>
            </a:r>
            <a:endParaRPr kumimoji="0" lang="en-US" altLang="zh-CN" sz="1800" b="0" i="0" u="none" strike="noStrike" cap="none" normalizeH="0" baseline="0">
              <a:ln>
                <a:noFill/>
              </a:ln>
              <a:solidFill>
                <a:schemeClr val="tx1"/>
              </a:solidFill>
              <a:effectLst/>
              <a:latin typeface="Arial" panose="020B0604020202020204" pitchFamily="34" charset="0"/>
            </a:endParaRPr>
          </a:p>
          <a:p>
            <a:pPr eaLnBrk="0" fontAlgn="base" hangingPunct="0">
              <a:spcBef>
                <a:spcPct val="0"/>
              </a:spcBef>
              <a:spcAft>
                <a:spcPct val="0"/>
              </a:spcAft>
              <a:buFontTx/>
              <a:buChar char="•"/>
            </a:pPr>
            <a:r>
              <a:rPr kumimoji="0" lang="zh-CN" altLang="zh-CN" sz="1800" b="0" i="0" u="none" strike="noStrike" cap="none" normalizeH="0" baseline="0">
                <a:ln>
                  <a:noFill/>
                </a:ln>
                <a:solidFill>
                  <a:schemeClr val="tx1"/>
                </a:solidFill>
                <a:effectLst/>
                <a:latin typeface="Arial" panose="020B0604020202020204" pitchFamily="34" charset="0"/>
              </a:rPr>
              <a:t>Formula: </a:t>
            </a:r>
            <a:endParaRPr kumimoji="0" lang="en-US" altLang="zh-CN"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zh-CN" altLang="zh-CN" sz="1800" b="0" i="0" u="none" strike="noStrike" cap="none" normalizeH="0" baseline="0">
                <a:ln>
                  <a:noFill/>
                </a:ln>
                <a:solidFill>
                  <a:schemeClr val="tx1"/>
                </a:solidFill>
                <a:effectLst/>
                <a:latin typeface="Arial" panose="020B0604020202020204" pitchFamily="34" charset="0"/>
              </a:rPr>
              <a:t>F1 = 2TP / (2TP + FN + FP)</a:t>
            </a:r>
          </a:p>
        </p:txBody>
      </p:sp>
    </p:spTree>
    <p:extLst>
      <p:ext uri="{BB962C8B-B14F-4D97-AF65-F5344CB8AC3E}">
        <p14:creationId xmlns:p14="http://schemas.microsoft.com/office/powerpoint/2010/main" val="36495484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6AEEA-291B-F7A0-CFBB-E94187DD790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4E25147-0C13-D9B3-D341-FF2DCF2215A7}"/>
              </a:ext>
            </a:extLst>
          </p:cNvPr>
          <p:cNvSpPr>
            <a:spLocks noGrp="1"/>
          </p:cNvSpPr>
          <p:nvPr>
            <p:ph type="title"/>
          </p:nvPr>
        </p:nvSpPr>
        <p:spPr/>
        <p:txBody>
          <a:bodyPr/>
          <a:lstStyle/>
          <a:p>
            <a:r>
              <a:rPr lang="en-US" altLang="zh-CN"/>
              <a:t>5 Evaluation</a:t>
            </a:r>
            <a:endParaRPr lang="zh-CN" altLang="en-US"/>
          </a:p>
        </p:txBody>
      </p:sp>
      <p:sp>
        <p:nvSpPr>
          <p:cNvPr id="4" name="灯片编号占位符 3">
            <a:extLst>
              <a:ext uri="{FF2B5EF4-FFF2-40B4-BE49-F238E27FC236}">
                <a16:creationId xmlns:a16="http://schemas.microsoft.com/office/drawing/2014/main" id="{46C0084B-73FD-A15B-132A-9DAAF467F791}"/>
              </a:ext>
            </a:extLst>
          </p:cNvPr>
          <p:cNvSpPr>
            <a:spLocks noGrp="1"/>
          </p:cNvSpPr>
          <p:nvPr>
            <p:ph type="sldNum" sz="quarter" idx="4"/>
          </p:nvPr>
        </p:nvSpPr>
        <p:spPr/>
        <p:txBody>
          <a:bodyPr/>
          <a:lstStyle/>
          <a:p>
            <a:pPr algn="ctr"/>
            <a:r>
              <a:rPr lang="en-SG"/>
              <a:t>Page </a:t>
            </a:r>
            <a:fld id="{2F63C605-4FC6-46DE-BC90-871762EA3F52}" type="slidenum">
              <a:rPr lang="en-SG" smtClean="0"/>
              <a:t>30</a:t>
            </a:fld>
            <a:endParaRPr lang="en-SG"/>
          </a:p>
        </p:txBody>
      </p:sp>
      <p:sp>
        <p:nvSpPr>
          <p:cNvPr id="6" name="文本占位符 2">
            <a:extLst>
              <a:ext uri="{FF2B5EF4-FFF2-40B4-BE49-F238E27FC236}">
                <a16:creationId xmlns:a16="http://schemas.microsoft.com/office/drawing/2014/main" id="{DADE9E0A-FF33-0D5F-5185-38B18DA32161}"/>
              </a:ext>
            </a:extLst>
          </p:cNvPr>
          <p:cNvSpPr txBox="1">
            <a:spLocks/>
          </p:cNvSpPr>
          <p:nvPr/>
        </p:nvSpPr>
        <p:spPr>
          <a:xfrm>
            <a:off x="628650" y="853120"/>
            <a:ext cx="4553171" cy="389399"/>
          </a:xfrm>
          <a:prstGeom prst="rect">
            <a:avLst/>
          </a:prstGeom>
        </p:spPr>
        <p:txBody>
          <a:bodyPr vert="horz" lIns="91440" tIns="45720" rIns="91440" bIns="45720" rtlCol="0">
            <a:normAutofit fontScale="92500" lnSpcReduction="10000"/>
          </a:bodyPr>
          <a:lstStyle>
            <a:lvl1pPr marL="514350" indent="-514350" algn="just" defTabSz="914400" rtl="0" eaLnBrk="1" latinLnBrk="0" hangingPunct="1">
              <a:lnSpc>
                <a:spcPct val="90000"/>
              </a:lnSpc>
              <a:spcBef>
                <a:spcPts val="1000"/>
              </a:spcBef>
              <a:buFont typeface="Arial" panose="020B0604020202020204" pitchFamily="34" charset="0"/>
              <a:buChar char="•"/>
              <a:defRPr sz="2800" b="0" kern="1200" cap="none" baseline="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400" b="1">
                <a:solidFill>
                  <a:schemeClr val="accent1"/>
                </a:solidFill>
              </a:rPr>
              <a:t>Precision Confidence Curve</a:t>
            </a:r>
            <a:endParaRPr lang="zh-CN" altLang="en-US" sz="2400" b="1">
              <a:solidFill>
                <a:schemeClr val="accent1"/>
              </a:solidFill>
            </a:endParaRPr>
          </a:p>
        </p:txBody>
      </p:sp>
      <p:pic>
        <p:nvPicPr>
          <p:cNvPr id="5" name="图片 4" descr="图表, 图示&#10;&#10;中度可信度描述已自动生成">
            <a:extLst>
              <a:ext uri="{FF2B5EF4-FFF2-40B4-BE49-F238E27FC236}">
                <a16:creationId xmlns:a16="http://schemas.microsoft.com/office/drawing/2014/main" id="{0F83BAF7-58FB-E64B-FD6C-4DCA57360D4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492" t="1832" r="1911" b="2313"/>
          <a:stretch/>
        </p:blipFill>
        <p:spPr bwMode="auto">
          <a:xfrm>
            <a:off x="439042" y="1138380"/>
            <a:ext cx="5425440" cy="3589020"/>
          </a:xfrm>
          <a:prstGeom prst="rect">
            <a:avLst/>
          </a:prstGeom>
          <a:noFill/>
          <a:ln>
            <a:noFill/>
          </a:ln>
          <a:extLst>
            <a:ext uri="{53640926-AAD7-44D8-BBD7-CCE9431645EC}">
              <a14:shadowObscured xmlns:a14="http://schemas.microsoft.com/office/drawing/2010/main"/>
            </a:ext>
          </a:extLst>
        </p:spPr>
      </p:pic>
      <p:sp>
        <p:nvSpPr>
          <p:cNvPr id="9" name="文本框 8">
            <a:extLst>
              <a:ext uri="{FF2B5EF4-FFF2-40B4-BE49-F238E27FC236}">
                <a16:creationId xmlns:a16="http://schemas.microsoft.com/office/drawing/2014/main" id="{91B1396A-1521-9FF8-48A6-9D021FFC723D}"/>
              </a:ext>
            </a:extLst>
          </p:cNvPr>
          <p:cNvSpPr txBox="1"/>
          <p:nvPr/>
        </p:nvSpPr>
        <p:spPr>
          <a:xfrm>
            <a:off x="4337239" y="3565985"/>
            <a:ext cx="4106370" cy="923330"/>
          </a:xfrm>
          <a:prstGeom prst="rect">
            <a:avLst/>
          </a:prstGeom>
          <a:noFill/>
        </p:spPr>
        <p:txBody>
          <a:bodyPr wrap="square">
            <a:spAutoFit/>
          </a:bodyPr>
          <a:lstStyle/>
          <a:p>
            <a:r>
              <a:rPr lang="en-US" altLang="zh-CN" b="1"/>
              <a:t>Axes Interpretation</a:t>
            </a:r>
            <a:r>
              <a:rPr lang="en-US" altLang="zh-CN"/>
              <a:t>:</a:t>
            </a:r>
          </a:p>
          <a:p>
            <a:pPr>
              <a:buFont typeface="Arial" panose="020B0604020202020204" pitchFamily="34" charset="0"/>
              <a:buChar char="•"/>
            </a:pPr>
            <a:r>
              <a:rPr lang="en-US" altLang="zh-CN" b="1"/>
              <a:t>Abscissa (X-axis)</a:t>
            </a:r>
            <a:r>
              <a:rPr lang="en-US" altLang="zh-CN"/>
              <a:t>: Model confidence.</a:t>
            </a:r>
          </a:p>
          <a:p>
            <a:pPr>
              <a:buFont typeface="Arial" panose="020B0604020202020204" pitchFamily="34" charset="0"/>
              <a:buChar char="•"/>
            </a:pPr>
            <a:r>
              <a:rPr lang="en-US" altLang="zh-CN" b="1"/>
              <a:t>Ordinate (Y-axis)</a:t>
            </a:r>
            <a:r>
              <a:rPr lang="en-US" altLang="zh-CN"/>
              <a:t>: Precision or recall.</a:t>
            </a:r>
          </a:p>
        </p:txBody>
      </p:sp>
      <p:sp>
        <p:nvSpPr>
          <p:cNvPr id="10" name="Rectangle 1">
            <a:extLst>
              <a:ext uri="{FF2B5EF4-FFF2-40B4-BE49-F238E27FC236}">
                <a16:creationId xmlns:a16="http://schemas.microsoft.com/office/drawing/2014/main" id="{4A20658C-C729-B9D3-A3D3-FAE8055A2A62}"/>
              </a:ext>
            </a:extLst>
          </p:cNvPr>
          <p:cNvSpPr>
            <a:spLocks noChangeArrowheads="1"/>
          </p:cNvSpPr>
          <p:nvPr/>
        </p:nvSpPr>
        <p:spPr bwMode="auto">
          <a:xfrm>
            <a:off x="192729" y="4802501"/>
            <a:ext cx="875854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Upward and Left Curving</a:t>
            </a:r>
            <a:r>
              <a:rPr kumimoji="0" lang="zh-CN" altLang="zh-CN" sz="1800" b="0" i="0" u="none" strike="noStrike" cap="none" normalizeH="0" baseline="0">
                <a:ln>
                  <a:noFill/>
                </a:ln>
                <a:solidFill>
                  <a:schemeClr val="tx1"/>
                </a:solidFill>
                <a:effectLst/>
                <a:latin typeface="Arial" panose="020B0604020202020204" pitchFamily="34" charset="0"/>
              </a:rPr>
              <a:t>: Indicates high precision at low confidence, meaning low false alarms with high recall, showing high recognition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Downward and Right Curving</a:t>
            </a:r>
            <a:r>
              <a:rPr kumimoji="0" lang="zh-CN" altLang="zh-CN" sz="1800" b="0" i="0" u="none" strike="noStrike" cap="none" normalizeH="0" baseline="0">
                <a:ln>
                  <a:noFill/>
                </a:ln>
                <a:solidFill>
                  <a:schemeClr val="tx1"/>
                </a:solidFill>
                <a:effectLst/>
                <a:latin typeface="Arial" panose="020B0604020202020204" pitchFamily="34" charset="0"/>
              </a:rPr>
              <a:t>: Suggests accuracy increases with confidence but may raise missed detections, indicating poorer model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Model Performance</a:t>
            </a:r>
            <a:r>
              <a:rPr kumimoji="0" lang="zh-CN" altLang="zh-CN" sz="1800" b="0" i="0" u="none" strike="noStrike" cap="none" normalizeH="0" baseline="0">
                <a:ln>
                  <a:noFill/>
                </a:ln>
                <a:solidFill>
                  <a:schemeClr val="tx1"/>
                </a:solidFill>
                <a:effectLst/>
                <a:latin typeface="Arial" panose="020B0604020202020204" pitchFamily="34" charset="0"/>
              </a:rPr>
              <a:t>: The curve in our PCC plot trends up and to the left, confirming a low false alarm rate and high recall, indicating strong model accuracy.</a:t>
            </a:r>
          </a:p>
        </p:txBody>
      </p:sp>
    </p:spTree>
    <p:extLst>
      <p:ext uri="{BB962C8B-B14F-4D97-AF65-F5344CB8AC3E}">
        <p14:creationId xmlns:p14="http://schemas.microsoft.com/office/powerpoint/2010/main" val="29698114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8EB69-486C-D459-7B30-9B09EFA3D8D0}"/>
            </a:ext>
          </a:extLst>
        </p:cNvPr>
        <p:cNvGrpSpPr/>
        <p:nvPr/>
      </p:nvGrpSpPr>
      <p:grpSpPr>
        <a:xfrm>
          <a:off x="0" y="0"/>
          <a:ext cx="0" cy="0"/>
          <a:chOff x="0" y="0"/>
          <a:chExt cx="0" cy="0"/>
        </a:xfrm>
      </p:grpSpPr>
      <p:pic>
        <p:nvPicPr>
          <p:cNvPr id="3" name="图片 2" descr="图示&#10;&#10;描述已自动生成">
            <a:extLst>
              <a:ext uri="{FF2B5EF4-FFF2-40B4-BE49-F238E27FC236}">
                <a16:creationId xmlns:a16="http://schemas.microsoft.com/office/drawing/2014/main" id="{24206BD6-E654-75A9-205F-7707B9452E8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50" t="1773" r="1848" b="2565"/>
          <a:stretch/>
        </p:blipFill>
        <p:spPr bwMode="auto">
          <a:xfrm>
            <a:off x="2083340" y="1187513"/>
            <a:ext cx="5638800" cy="3703320"/>
          </a:xfrm>
          <a:prstGeom prst="rect">
            <a:avLst/>
          </a:prstGeom>
          <a:noFill/>
          <a:ln>
            <a:noFill/>
          </a:ln>
          <a:extLst>
            <a:ext uri="{53640926-AAD7-44D8-BBD7-CCE9431645EC}">
              <a14:shadowObscured xmlns:a14="http://schemas.microsoft.com/office/drawing/2010/main"/>
            </a:ext>
          </a:extLst>
        </p:spPr>
      </p:pic>
      <p:sp>
        <p:nvSpPr>
          <p:cNvPr id="2" name="标题 1">
            <a:extLst>
              <a:ext uri="{FF2B5EF4-FFF2-40B4-BE49-F238E27FC236}">
                <a16:creationId xmlns:a16="http://schemas.microsoft.com/office/drawing/2014/main" id="{249848C7-1BAE-CC0A-13A6-D31628AD200A}"/>
              </a:ext>
            </a:extLst>
          </p:cNvPr>
          <p:cNvSpPr>
            <a:spLocks noGrp="1"/>
          </p:cNvSpPr>
          <p:nvPr>
            <p:ph type="title"/>
          </p:nvPr>
        </p:nvSpPr>
        <p:spPr/>
        <p:txBody>
          <a:bodyPr/>
          <a:lstStyle/>
          <a:p>
            <a:r>
              <a:rPr lang="en-US" altLang="zh-CN"/>
              <a:t>5 Evaluation</a:t>
            </a:r>
            <a:endParaRPr lang="zh-CN" altLang="en-US"/>
          </a:p>
        </p:txBody>
      </p:sp>
      <p:sp>
        <p:nvSpPr>
          <p:cNvPr id="4" name="灯片编号占位符 3">
            <a:extLst>
              <a:ext uri="{FF2B5EF4-FFF2-40B4-BE49-F238E27FC236}">
                <a16:creationId xmlns:a16="http://schemas.microsoft.com/office/drawing/2014/main" id="{2C1CCCC9-00B5-ED7E-3E83-B6CF6222D3BF}"/>
              </a:ext>
            </a:extLst>
          </p:cNvPr>
          <p:cNvSpPr>
            <a:spLocks noGrp="1"/>
          </p:cNvSpPr>
          <p:nvPr>
            <p:ph type="sldNum" sz="quarter" idx="4"/>
          </p:nvPr>
        </p:nvSpPr>
        <p:spPr/>
        <p:txBody>
          <a:bodyPr/>
          <a:lstStyle/>
          <a:p>
            <a:pPr algn="ctr"/>
            <a:r>
              <a:rPr lang="en-SG"/>
              <a:t>Page </a:t>
            </a:r>
            <a:fld id="{2F63C605-4FC6-46DE-BC90-871762EA3F52}" type="slidenum">
              <a:rPr lang="en-SG" smtClean="0"/>
              <a:t>31</a:t>
            </a:fld>
            <a:endParaRPr lang="en-SG"/>
          </a:p>
        </p:txBody>
      </p:sp>
      <p:sp>
        <p:nvSpPr>
          <p:cNvPr id="6" name="文本占位符 2">
            <a:extLst>
              <a:ext uri="{FF2B5EF4-FFF2-40B4-BE49-F238E27FC236}">
                <a16:creationId xmlns:a16="http://schemas.microsoft.com/office/drawing/2014/main" id="{B51654A5-2AF2-BBF2-B8A0-757F27D50F38}"/>
              </a:ext>
            </a:extLst>
          </p:cNvPr>
          <p:cNvSpPr txBox="1">
            <a:spLocks/>
          </p:cNvSpPr>
          <p:nvPr/>
        </p:nvSpPr>
        <p:spPr>
          <a:xfrm>
            <a:off x="628650" y="853120"/>
            <a:ext cx="4553171" cy="389399"/>
          </a:xfrm>
          <a:prstGeom prst="rect">
            <a:avLst/>
          </a:prstGeom>
        </p:spPr>
        <p:txBody>
          <a:bodyPr vert="horz" lIns="91440" tIns="45720" rIns="91440" bIns="45720" rtlCol="0">
            <a:normAutofit fontScale="92500" lnSpcReduction="10000"/>
          </a:bodyPr>
          <a:lstStyle>
            <a:lvl1pPr marL="514350" indent="-514350" algn="just" defTabSz="914400" rtl="0" eaLnBrk="1" latinLnBrk="0" hangingPunct="1">
              <a:lnSpc>
                <a:spcPct val="90000"/>
              </a:lnSpc>
              <a:spcBef>
                <a:spcPts val="1000"/>
              </a:spcBef>
              <a:buFont typeface="Arial" panose="020B0604020202020204" pitchFamily="34" charset="0"/>
              <a:buChar char="•"/>
              <a:defRPr sz="2800" b="0" kern="1200" cap="none" baseline="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400" b="1">
                <a:solidFill>
                  <a:schemeClr val="accent1"/>
                </a:solidFill>
              </a:rPr>
              <a:t>Recall Confidence Curve</a:t>
            </a:r>
            <a:endParaRPr lang="zh-CN" altLang="en-US" sz="2400" b="1">
              <a:solidFill>
                <a:schemeClr val="accent1"/>
              </a:solidFill>
            </a:endParaRPr>
          </a:p>
        </p:txBody>
      </p:sp>
      <p:sp>
        <p:nvSpPr>
          <p:cNvPr id="7" name="Rectangle 1">
            <a:extLst>
              <a:ext uri="{FF2B5EF4-FFF2-40B4-BE49-F238E27FC236}">
                <a16:creationId xmlns:a16="http://schemas.microsoft.com/office/drawing/2014/main" id="{871CB1DF-F844-8276-565B-6D28CB18F0E8}"/>
              </a:ext>
            </a:extLst>
          </p:cNvPr>
          <p:cNvSpPr>
            <a:spLocks noChangeArrowheads="1"/>
          </p:cNvSpPr>
          <p:nvPr/>
        </p:nvSpPr>
        <p:spPr bwMode="auto">
          <a:xfrm>
            <a:off x="145915" y="4802501"/>
            <a:ext cx="870625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zh-CN" altLang="zh-CN" sz="1800" b="1" i="0" u="none" strike="noStrike" cap="none" normalizeH="0" baseline="0">
                <a:ln>
                  <a:noFill/>
                </a:ln>
                <a:solidFill>
                  <a:schemeClr val="tx1"/>
                </a:solidFill>
                <a:effectLst/>
                <a:latin typeface="Arial" panose="020B0604020202020204" pitchFamily="34" charset="0"/>
              </a:rPr>
              <a:t>Curve Insights</a:t>
            </a:r>
            <a:r>
              <a:rPr kumimoji="0" lang="zh-CN" altLang="zh-CN"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a:ln>
                  <a:noFill/>
                </a:ln>
                <a:solidFill>
                  <a:schemeClr val="tx1"/>
                </a:solidFill>
                <a:effectLst/>
                <a:latin typeface="Arial" panose="020B0604020202020204" pitchFamily="34" charset="0"/>
              </a:rPr>
              <a:t>Higher recall at increased confidence indicates effective object predictions and filtering of low-confidence boxes.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a:ln>
                  <a:noFill/>
                </a:ln>
                <a:solidFill>
                  <a:schemeClr val="tx1"/>
                </a:solidFill>
                <a:effectLst/>
                <a:latin typeface="Arial" panose="020B0604020202020204" pitchFamily="34" charset="0"/>
              </a:rPr>
              <a:t>A steeper curve shows improved recall through effective filtering.</a:t>
            </a:r>
          </a:p>
          <a:p>
            <a:pPr marL="0" marR="0" lvl="0" indent="0" algn="l" defTabSz="914400" rtl="0" eaLnBrk="0" fontAlgn="base" latinLnBrk="0" hangingPunct="0">
              <a:lnSpc>
                <a:spcPct val="100000"/>
              </a:lnSpc>
              <a:spcBef>
                <a:spcPct val="0"/>
              </a:spcBef>
              <a:spcAft>
                <a:spcPct val="0"/>
              </a:spcAft>
              <a:buClrTx/>
              <a:buSzTx/>
              <a:tabLst/>
            </a:pPr>
            <a:r>
              <a:rPr kumimoji="0" lang="zh-CN" altLang="zh-CN" sz="1800" b="1" i="0" u="none" strike="noStrike" cap="none" normalizeH="0" baseline="0">
                <a:ln>
                  <a:noFill/>
                </a:ln>
                <a:solidFill>
                  <a:schemeClr val="tx1"/>
                </a:solidFill>
                <a:effectLst/>
                <a:latin typeface="Arial" panose="020B0604020202020204" pitchFamily="34" charset="0"/>
              </a:rPr>
              <a:t>Model Performance</a:t>
            </a:r>
            <a:r>
              <a:rPr kumimoji="0" lang="zh-CN" altLang="zh-CN" sz="1800" b="0" i="0" u="none" strike="noStrike" cap="none" normalizeH="0" baseline="0">
                <a:ln>
                  <a:noFill/>
                </a:ln>
                <a:solidFill>
                  <a:schemeClr val="tx1"/>
                </a:solidFill>
                <a:effectLst/>
                <a:latin typeface="Arial" panose="020B0604020202020204" pitchFamily="34" charset="0"/>
              </a:rPr>
              <a:t>: Closer curve to the top-right corner reflects better model performance in maintaining high precision and recall </a:t>
            </a:r>
          </a:p>
        </p:txBody>
      </p:sp>
    </p:spTree>
    <p:extLst>
      <p:ext uri="{BB962C8B-B14F-4D97-AF65-F5344CB8AC3E}">
        <p14:creationId xmlns:p14="http://schemas.microsoft.com/office/powerpoint/2010/main" val="26419187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47EA8-2B91-68EC-9503-A6652DFD081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A122F81-7644-6F04-F1C3-83B8E95F101E}"/>
              </a:ext>
            </a:extLst>
          </p:cNvPr>
          <p:cNvSpPr>
            <a:spLocks noGrp="1"/>
          </p:cNvSpPr>
          <p:nvPr>
            <p:ph type="title"/>
          </p:nvPr>
        </p:nvSpPr>
        <p:spPr/>
        <p:txBody>
          <a:bodyPr/>
          <a:lstStyle/>
          <a:p>
            <a:r>
              <a:rPr lang="en-US" altLang="zh-CN"/>
              <a:t>5 Evaluation</a:t>
            </a:r>
            <a:endParaRPr lang="zh-CN" altLang="en-US"/>
          </a:p>
        </p:txBody>
      </p:sp>
      <p:sp>
        <p:nvSpPr>
          <p:cNvPr id="4" name="灯片编号占位符 3">
            <a:extLst>
              <a:ext uri="{FF2B5EF4-FFF2-40B4-BE49-F238E27FC236}">
                <a16:creationId xmlns:a16="http://schemas.microsoft.com/office/drawing/2014/main" id="{1E033C71-2B5E-31EF-1FA0-EC8A47A17830}"/>
              </a:ext>
            </a:extLst>
          </p:cNvPr>
          <p:cNvSpPr>
            <a:spLocks noGrp="1"/>
          </p:cNvSpPr>
          <p:nvPr>
            <p:ph type="sldNum" sz="quarter" idx="4"/>
          </p:nvPr>
        </p:nvSpPr>
        <p:spPr/>
        <p:txBody>
          <a:bodyPr/>
          <a:lstStyle/>
          <a:p>
            <a:pPr algn="ctr"/>
            <a:r>
              <a:rPr lang="en-SG"/>
              <a:t>Page </a:t>
            </a:r>
            <a:fld id="{2F63C605-4FC6-46DE-BC90-871762EA3F52}" type="slidenum">
              <a:rPr lang="en-SG" smtClean="0"/>
              <a:t>32</a:t>
            </a:fld>
            <a:endParaRPr lang="en-SG"/>
          </a:p>
        </p:txBody>
      </p:sp>
      <p:sp>
        <p:nvSpPr>
          <p:cNvPr id="6" name="文本占位符 2">
            <a:extLst>
              <a:ext uri="{FF2B5EF4-FFF2-40B4-BE49-F238E27FC236}">
                <a16:creationId xmlns:a16="http://schemas.microsoft.com/office/drawing/2014/main" id="{A1F4391A-A511-339D-43BC-A039ACA73E8F}"/>
              </a:ext>
            </a:extLst>
          </p:cNvPr>
          <p:cNvSpPr txBox="1">
            <a:spLocks/>
          </p:cNvSpPr>
          <p:nvPr/>
        </p:nvSpPr>
        <p:spPr>
          <a:xfrm>
            <a:off x="628650" y="853120"/>
            <a:ext cx="4553171" cy="389399"/>
          </a:xfrm>
          <a:prstGeom prst="rect">
            <a:avLst/>
          </a:prstGeom>
        </p:spPr>
        <p:txBody>
          <a:bodyPr vert="horz" lIns="91440" tIns="45720" rIns="91440" bIns="45720" rtlCol="0">
            <a:normAutofit fontScale="92500" lnSpcReduction="10000"/>
          </a:bodyPr>
          <a:lstStyle>
            <a:lvl1pPr marL="514350" indent="-514350" algn="just" defTabSz="914400" rtl="0" eaLnBrk="1" latinLnBrk="0" hangingPunct="1">
              <a:lnSpc>
                <a:spcPct val="90000"/>
              </a:lnSpc>
              <a:spcBef>
                <a:spcPts val="1000"/>
              </a:spcBef>
              <a:buFont typeface="Arial" panose="020B0604020202020204" pitchFamily="34" charset="0"/>
              <a:buChar char="•"/>
              <a:defRPr sz="2800" b="0" kern="1200" cap="none" baseline="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400" b="1">
                <a:solidFill>
                  <a:schemeClr val="accent1"/>
                </a:solidFill>
              </a:rPr>
              <a:t>Precision Recall Curve</a:t>
            </a:r>
            <a:endParaRPr lang="zh-CN" altLang="en-US" sz="2400" b="1">
              <a:solidFill>
                <a:schemeClr val="accent1"/>
              </a:solidFill>
            </a:endParaRPr>
          </a:p>
        </p:txBody>
      </p:sp>
      <p:pic>
        <p:nvPicPr>
          <p:cNvPr id="5" name="图片 4" descr="图表, 箱线图&#10;&#10;描述已自动生成">
            <a:extLst>
              <a:ext uri="{FF2B5EF4-FFF2-40B4-BE49-F238E27FC236}">
                <a16:creationId xmlns:a16="http://schemas.microsoft.com/office/drawing/2014/main" id="{D848EB48-8ABF-D3FA-4731-B6DC4D75BFB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231" t="1662" r="2237" b="2109"/>
          <a:stretch/>
        </p:blipFill>
        <p:spPr bwMode="auto">
          <a:xfrm>
            <a:off x="310625" y="1151555"/>
            <a:ext cx="5189220" cy="3448050"/>
          </a:xfrm>
          <a:prstGeom prst="rect">
            <a:avLst/>
          </a:prstGeom>
          <a:noFill/>
          <a:ln>
            <a:noFill/>
          </a:ln>
          <a:extLst>
            <a:ext uri="{53640926-AAD7-44D8-BBD7-CCE9431645EC}">
              <a14:shadowObscured xmlns:a14="http://schemas.microsoft.com/office/drawing/2010/main"/>
            </a:ext>
          </a:extLst>
        </p:spPr>
      </p:pic>
      <p:sp>
        <p:nvSpPr>
          <p:cNvPr id="10" name="Rectangle 1">
            <a:extLst>
              <a:ext uri="{FF2B5EF4-FFF2-40B4-BE49-F238E27FC236}">
                <a16:creationId xmlns:a16="http://schemas.microsoft.com/office/drawing/2014/main" id="{8C0DF0B5-8AFA-D4BC-F326-E70AD786EA41}"/>
              </a:ext>
            </a:extLst>
          </p:cNvPr>
          <p:cNvSpPr>
            <a:spLocks noChangeArrowheads="1"/>
          </p:cNvSpPr>
          <p:nvPr/>
        </p:nvSpPr>
        <p:spPr bwMode="auto">
          <a:xfrm>
            <a:off x="247725" y="4725555"/>
            <a:ext cx="864854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Performance Indicators</a:t>
            </a:r>
            <a:r>
              <a:rPr kumimoji="0" lang="zh-CN" altLang="zh-CN"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a:ln>
                  <a:noFill/>
                </a:ln>
                <a:solidFill>
                  <a:schemeClr val="tx1"/>
                </a:solidFill>
                <a:effectLst/>
                <a:latin typeface="Arial" panose="020B0604020202020204" pitchFamily="34" charset="0"/>
              </a:rPr>
              <a:t>A curve near the top-right corner indicates high precision and recall, reflecting accurate predictions.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a:ln>
                  <a:noFill/>
                </a:ln>
                <a:solidFill>
                  <a:schemeClr val="tx1"/>
                </a:solidFill>
                <a:effectLst/>
                <a:latin typeface="Arial" panose="020B0604020202020204" pitchFamily="34" charset="0"/>
              </a:rPr>
              <a:t>A curve closer to the bottom-left suggests challenges in achieving both metrics.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Model Performance</a:t>
            </a:r>
            <a:r>
              <a:rPr kumimoji="0" lang="zh-CN" altLang="zh-CN" sz="1800" b="0" i="0" u="none" strike="noStrike" cap="none" normalizeH="0" baseline="0">
                <a:ln>
                  <a:noFill/>
                </a:ln>
                <a:solidFill>
                  <a:schemeClr val="tx1"/>
                </a:solidFill>
                <a:effectLst/>
                <a:latin typeface="Arial" panose="020B0604020202020204" pitchFamily="34" charset="0"/>
              </a:rPr>
              <a:t>: Our PR curve is near the top-right corner, indicating that Signify effectively maintains high precision and recall.</a:t>
            </a:r>
          </a:p>
        </p:txBody>
      </p:sp>
      <p:sp>
        <p:nvSpPr>
          <p:cNvPr id="12" name="文本框 11">
            <a:extLst>
              <a:ext uri="{FF2B5EF4-FFF2-40B4-BE49-F238E27FC236}">
                <a16:creationId xmlns:a16="http://schemas.microsoft.com/office/drawing/2014/main" id="{E523292E-E61E-80F1-4B57-836625D77BE7}"/>
              </a:ext>
            </a:extLst>
          </p:cNvPr>
          <p:cNvSpPr txBox="1"/>
          <p:nvPr/>
        </p:nvSpPr>
        <p:spPr>
          <a:xfrm>
            <a:off x="3841307" y="1863233"/>
            <a:ext cx="4572000" cy="286232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Definitions</a:t>
            </a:r>
            <a:r>
              <a:rPr kumimoji="0" lang="zh-CN" altLang="zh-CN"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Precision</a:t>
            </a:r>
            <a:r>
              <a:rPr kumimoji="0" lang="zh-CN" altLang="zh-CN" sz="1800" b="0" i="0" u="none" strike="noStrike" cap="none" normalizeH="0" baseline="0">
                <a:ln>
                  <a:noFill/>
                </a:ln>
                <a:solidFill>
                  <a:schemeClr val="tx1"/>
                </a:solidFill>
                <a:effectLst/>
                <a:latin typeface="Arial" panose="020B0604020202020204" pitchFamily="34" charset="0"/>
              </a:rPr>
              <a:t>: Positive predictions that are actually correct.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Recall</a:t>
            </a:r>
            <a:r>
              <a:rPr kumimoji="0" lang="zh-CN" altLang="zh-CN" sz="1800" b="0" i="0" u="none" strike="noStrike" cap="none" normalizeH="0" baseline="0">
                <a:ln>
                  <a:noFill/>
                </a:ln>
                <a:solidFill>
                  <a:schemeClr val="tx1"/>
                </a:solidFill>
                <a:effectLst/>
                <a:latin typeface="Arial" panose="020B0604020202020204" pitchFamily="34" charset="0"/>
              </a:rPr>
              <a:t>: Actual positives correctly identified.</a:t>
            </a:r>
            <a:endParaRPr kumimoji="0" lang="en-US" altLang="zh-CN"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1" i="0" u="none" strike="noStrike" cap="none" normalizeH="0" baseline="0">
                <a:ln>
                  <a:noFill/>
                </a:ln>
                <a:solidFill>
                  <a:schemeClr val="tx1"/>
                </a:solidFill>
                <a:effectLst/>
                <a:latin typeface="Arial" panose="020B0604020202020204" pitchFamily="34" charset="0"/>
              </a:rPr>
              <a:t>Axes</a:t>
            </a:r>
            <a:r>
              <a:rPr kumimoji="0" lang="zh-CN" altLang="zh-CN" sz="1800" b="0" i="0" u="none" strike="noStrike" cap="none" normalizeH="0" baseline="0">
                <a:ln>
                  <a:noFill/>
                </a:ln>
                <a:solidFill>
                  <a:schemeClr val="tx1"/>
                </a:solidFill>
                <a:effectLst/>
                <a:latin typeface="Arial" panose="020B0604020202020204" pitchFamily="34" charset="0"/>
              </a:rPr>
              <a:t>: Recall on the X-axis, precision on the Y-axis.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a:ln>
                  <a:noFill/>
                </a:ln>
                <a:solidFill>
                  <a:schemeClr val="tx1"/>
                </a:solidFill>
                <a:effectLst/>
                <a:latin typeface="Arial" panose="020B0604020202020204" pitchFamily="34" charset="0"/>
              </a:rPr>
              <a:t>Increasing recall usually decreases precision, showing a trade-off.</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28064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a:solidFill>
                  <a:schemeClr val="tx1">
                    <a:lumMod val="75000"/>
                    <a:lumOff val="25000"/>
                  </a:schemeClr>
                </a:solidFill>
                <a:latin typeface="Arial"/>
                <a:ea typeface="黑体"/>
                <a:cs typeface="Arial"/>
                <a:sym typeface="+mn-ea"/>
              </a:rPr>
              <a:t>6 CONCLUSION</a:t>
            </a:r>
            <a:endParaRPr lang="zh-CN" altLang="en-US">
              <a:solidFill>
                <a:schemeClr val="tx1">
                  <a:lumMod val="75000"/>
                  <a:lumOff val="25000"/>
                </a:schemeClr>
              </a:solidFill>
              <a:latin typeface="Arial"/>
              <a:ea typeface="黑体"/>
              <a:cs typeface="Arial"/>
            </a:endParaRPr>
          </a:p>
        </p:txBody>
      </p:sp>
      <p:sp>
        <p:nvSpPr>
          <p:cNvPr id="4" name="灯片编号占位符 3"/>
          <p:cNvSpPr>
            <a:spLocks noGrp="1"/>
          </p:cNvSpPr>
          <p:nvPr>
            <p:ph type="sldNum" sz="quarter" idx="4"/>
          </p:nvPr>
        </p:nvSpPr>
        <p:spPr/>
        <p:txBody>
          <a:bodyPr/>
          <a:lstStyle/>
          <a:p>
            <a:pPr algn="ctr"/>
            <a:r>
              <a:rPr lang="en-SG"/>
              <a:t>Page </a:t>
            </a:r>
            <a:fld id="{2F63C605-4FC6-46DE-BC90-871762EA3F52}" type="slidenum">
              <a:rPr lang="en-SG" smtClean="0"/>
              <a:t>33</a:t>
            </a:fld>
            <a:endParaRPr lang="en-SG"/>
          </a:p>
        </p:txBody>
      </p:sp>
      <p:cxnSp>
        <p:nvCxnSpPr>
          <p:cNvPr id="3" name="直接连接符 2">
            <a:extLst>
              <a:ext uri="{FF2B5EF4-FFF2-40B4-BE49-F238E27FC236}">
                <a16:creationId xmlns:a16="http://schemas.microsoft.com/office/drawing/2014/main" id="{2C03553B-35C4-3BF0-A01E-184877FC9BCD}"/>
              </a:ext>
            </a:extLst>
          </p:cNvPr>
          <p:cNvCxnSpPr>
            <a:cxnSpLocks/>
            <a:stCxn id="2" idx="1"/>
            <a:endCxn id="2" idx="3"/>
          </p:cNvCxnSpPr>
          <p:nvPr/>
        </p:nvCxnSpPr>
        <p:spPr>
          <a:xfrm>
            <a:off x="1388466" y="2761433"/>
            <a:ext cx="7411601"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
        <p:nvSpPr>
          <p:cNvPr id="5" name="文本框 5">
            <a:extLst>
              <a:ext uri="{FF2B5EF4-FFF2-40B4-BE49-F238E27FC236}">
                <a16:creationId xmlns:a16="http://schemas.microsoft.com/office/drawing/2014/main" id="{BB2F9390-71DA-7C81-39BE-A217D842CFCA}"/>
              </a:ext>
            </a:extLst>
          </p:cNvPr>
          <p:cNvSpPr txBox="1"/>
          <p:nvPr/>
        </p:nvSpPr>
        <p:spPr>
          <a:xfrm>
            <a:off x="1388466" y="3456453"/>
            <a:ext cx="5076880" cy="1114344"/>
          </a:xfrm>
          <a:prstGeom prst="rect">
            <a:avLst/>
          </a:prstGeom>
          <a:noFill/>
        </p:spPr>
        <p:txBody>
          <a:bodyPr wrap="square" rtlCol="0">
            <a:spAutoFit/>
          </a:bodyPr>
          <a:lstStyle/>
          <a:p>
            <a:pPr marL="285750" indent="-285750">
              <a:lnSpc>
                <a:spcPct val="200000"/>
              </a:lnSpc>
              <a:buFont typeface="Wingdings" panose="05000000000000000000" pitchFamily="2" charset="2"/>
              <a:buChar char="Ø"/>
            </a:pPr>
            <a:r>
              <a:rPr lang="en-US" altLang="zh-CN"/>
              <a:t>Key  Takeaway </a:t>
            </a:r>
          </a:p>
          <a:p>
            <a:pPr marL="285750" indent="-285750">
              <a:lnSpc>
                <a:spcPct val="200000"/>
              </a:lnSpc>
              <a:buFont typeface="Wingdings" panose="05000000000000000000" pitchFamily="2" charset="2"/>
              <a:buChar char="Ø"/>
            </a:pPr>
            <a:r>
              <a:rPr lang="en-US" altLang="zh-CN"/>
              <a:t>Future Development</a:t>
            </a:r>
          </a:p>
        </p:txBody>
      </p:sp>
    </p:spTree>
    <p:extLst>
      <p:ext uri="{BB962C8B-B14F-4D97-AF65-F5344CB8AC3E}">
        <p14:creationId xmlns:p14="http://schemas.microsoft.com/office/powerpoint/2010/main" val="30771311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66EE4-9508-41D9-9168-3350751F512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3CC84CE-F58F-BC68-966D-129E74FE22B1}"/>
              </a:ext>
            </a:extLst>
          </p:cNvPr>
          <p:cNvSpPr>
            <a:spLocks noGrp="1"/>
          </p:cNvSpPr>
          <p:nvPr>
            <p:ph type="title"/>
          </p:nvPr>
        </p:nvSpPr>
        <p:spPr/>
        <p:txBody>
          <a:bodyPr>
            <a:normAutofit/>
          </a:bodyPr>
          <a:lstStyle/>
          <a:p>
            <a:r>
              <a:rPr lang="en-US" altLang="zh-CN"/>
              <a:t>6.1 Key Takeaway</a:t>
            </a:r>
            <a:endParaRPr lang="zh-CN" altLang="en-US"/>
          </a:p>
        </p:txBody>
      </p:sp>
      <p:sp>
        <p:nvSpPr>
          <p:cNvPr id="4" name="灯片编号占位符 3">
            <a:extLst>
              <a:ext uri="{FF2B5EF4-FFF2-40B4-BE49-F238E27FC236}">
                <a16:creationId xmlns:a16="http://schemas.microsoft.com/office/drawing/2014/main" id="{3B75BE0B-27F2-02B2-7F73-14F2E5604C8C}"/>
              </a:ext>
            </a:extLst>
          </p:cNvPr>
          <p:cNvSpPr>
            <a:spLocks noGrp="1"/>
          </p:cNvSpPr>
          <p:nvPr>
            <p:ph type="sldNum" sz="quarter" idx="4"/>
          </p:nvPr>
        </p:nvSpPr>
        <p:spPr/>
        <p:txBody>
          <a:bodyPr/>
          <a:lstStyle/>
          <a:p>
            <a:pPr algn="ctr"/>
            <a:r>
              <a:rPr lang="en-SG"/>
              <a:t>Page </a:t>
            </a:r>
            <a:fld id="{2F63C605-4FC6-46DE-BC90-871762EA3F52}" type="slidenum">
              <a:rPr lang="en-SG" smtClean="0"/>
              <a:t>34</a:t>
            </a:fld>
            <a:endParaRPr lang="en-SG"/>
          </a:p>
        </p:txBody>
      </p:sp>
      <p:sp>
        <p:nvSpPr>
          <p:cNvPr id="6" name="文字方塊 5">
            <a:extLst>
              <a:ext uri="{FF2B5EF4-FFF2-40B4-BE49-F238E27FC236}">
                <a16:creationId xmlns:a16="http://schemas.microsoft.com/office/drawing/2014/main" id="{4438318A-091A-0185-A21E-752BF0B2E20F}"/>
              </a:ext>
            </a:extLst>
          </p:cNvPr>
          <p:cNvSpPr txBox="1"/>
          <p:nvPr/>
        </p:nvSpPr>
        <p:spPr>
          <a:xfrm>
            <a:off x="628650" y="1676933"/>
            <a:ext cx="7748531" cy="3693319"/>
          </a:xfrm>
          <a:prstGeom prst="rect">
            <a:avLst/>
          </a:prstGeom>
          <a:noFill/>
        </p:spPr>
        <p:txBody>
          <a:bodyPr wrap="square" rtlCol="0">
            <a:spAutoFit/>
          </a:bodyPr>
          <a:lstStyle/>
          <a:p>
            <a:pPr marL="285750" indent="-285750">
              <a:buFont typeface="Arial" panose="020B0604020202020204" pitchFamily="34" charset="0"/>
              <a:buChar char="•"/>
            </a:pPr>
            <a:r>
              <a:rPr lang="en" altLang="zh-TW" b="1"/>
              <a:t>Enhanced Accessibility for Sign Language Learning</a:t>
            </a:r>
            <a:br>
              <a:rPr lang="en" altLang="zh-TW"/>
            </a:br>
            <a:r>
              <a:rPr lang="en" altLang="zh-TW"/>
              <a:t>The app provides an accessible platform, enabling users to learn sign language anytime, anywhere, without the constraints of traditional in-person classes.</a:t>
            </a:r>
          </a:p>
          <a:p>
            <a:pPr marL="285750" indent="-285750">
              <a:buFont typeface="Arial" panose="020B0604020202020204" pitchFamily="34" charset="0"/>
              <a:buChar char="•"/>
            </a:pPr>
            <a:r>
              <a:rPr lang="en" altLang="zh-TW" b="1"/>
              <a:t>Improved Learning Efficiency through Real-Time Feedback</a:t>
            </a:r>
            <a:br>
              <a:rPr lang="en" altLang="zh-TW"/>
            </a:br>
            <a:r>
              <a:rPr lang="en" altLang="zh-TW"/>
              <a:t>Real-time feedback allows users to make instant corrections, making the learning process more effective and efficient.</a:t>
            </a:r>
          </a:p>
          <a:p>
            <a:pPr marL="285750" indent="-285750">
              <a:buFont typeface="Arial" panose="020B0604020202020204" pitchFamily="34" charset="0"/>
              <a:buChar char="•"/>
            </a:pPr>
            <a:r>
              <a:rPr lang="en" altLang="zh-TW" b="1"/>
              <a:t>Engaging and Motivating Interactive Learning</a:t>
            </a:r>
            <a:br>
              <a:rPr lang="en" altLang="zh-TW"/>
            </a:br>
            <a:r>
              <a:rPr lang="en" altLang="zh-TW"/>
              <a:t>Game-based elements, such as a sign language shooting game, keep users engaged and motivated through challenges and progress tracking.</a:t>
            </a:r>
          </a:p>
          <a:p>
            <a:pPr marL="285750" indent="-285750">
              <a:buFont typeface="Arial" panose="020B0604020202020204" pitchFamily="34" charset="0"/>
              <a:buChar char="•"/>
            </a:pPr>
            <a:r>
              <a:rPr lang="en" altLang="zh-TW" b="1"/>
              <a:t>Promoting Social Inclusion and Awareness</a:t>
            </a:r>
            <a:br>
              <a:rPr lang="en" altLang="zh-TW"/>
            </a:br>
            <a:r>
              <a:rPr lang="en" altLang="zh-TW"/>
              <a:t>The app bridges the gap between the hearing and hearing-impaired communities, fostering a more inclusive society.</a:t>
            </a:r>
            <a:endParaRPr lang="zh-TW" altLang="en-US"/>
          </a:p>
        </p:txBody>
      </p:sp>
    </p:spTree>
    <p:extLst>
      <p:ext uri="{BB962C8B-B14F-4D97-AF65-F5344CB8AC3E}">
        <p14:creationId xmlns:p14="http://schemas.microsoft.com/office/powerpoint/2010/main" val="17937211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E478A-ED06-442D-87D9-2943507FE8C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F99B6D1-74AA-DED6-9433-0D6C981F671C}"/>
              </a:ext>
            </a:extLst>
          </p:cNvPr>
          <p:cNvSpPr>
            <a:spLocks noGrp="1"/>
          </p:cNvSpPr>
          <p:nvPr>
            <p:ph type="title"/>
          </p:nvPr>
        </p:nvSpPr>
        <p:spPr/>
        <p:txBody>
          <a:bodyPr>
            <a:normAutofit/>
          </a:bodyPr>
          <a:lstStyle/>
          <a:p>
            <a:r>
              <a:rPr lang="en-US" altLang="zh-CN"/>
              <a:t>6.2 Future Development</a:t>
            </a:r>
            <a:endParaRPr lang="zh-CN" altLang="en-US"/>
          </a:p>
        </p:txBody>
      </p:sp>
      <p:sp>
        <p:nvSpPr>
          <p:cNvPr id="4" name="灯片编号占位符 3">
            <a:extLst>
              <a:ext uri="{FF2B5EF4-FFF2-40B4-BE49-F238E27FC236}">
                <a16:creationId xmlns:a16="http://schemas.microsoft.com/office/drawing/2014/main" id="{EE1C5947-1F44-3BEA-2D38-1D6AF70CDE82}"/>
              </a:ext>
            </a:extLst>
          </p:cNvPr>
          <p:cNvSpPr>
            <a:spLocks noGrp="1"/>
          </p:cNvSpPr>
          <p:nvPr>
            <p:ph type="sldNum" sz="quarter" idx="4"/>
          </p:nvPr>
        </p:nvSpPr>
        <p:spPr/>
        <p:txBody>
          <a:bodyPr/>
          <a:lstStyle/>
          <a:p>
            <a:pPr algn="ctr"/>
            <a:r>
              <a:rPr lang="en-SG"/>
              <a:t>Page </a:t>
            </a:r>
            <a:fld id="{2F63C605-4FC6-46DE-BC90-871762EA3F52}" type="slidenum">
              <a:rPr lang="en-SG" smtClean="0"/>
              <a:t>35</a:t>
            </a:fld>
            <a:endParaRPr lang="en-SG"/>
          </a:p>
        </p:txBody>
      </p:sp>
      <p:sp>
        <p:nvSpPr>
          <p:cNvPr id="6" name="文字方塊 5">
            <a:extLst>
              <a:ext uri="{FF2B5EF4-FFF2-40B4-BE49-F238E27FC236}">
                <a16:creationId xmlns:a16="http://schemas.microsoft.com/office/drawing/2014/main" id="{BA05A730-DE66-68E0-32A9-2FF1E5C9041E}"/>
              </a:ext>
            </a:extLst>
          </p:cNvPr>
          <p:cNvSpPr txBox="1"/>
          <p:nvPr/>
        </p:nvSpPr>
        <p:spPr>
          <a:xfrm>
            <a:off x="628650" y="1897651"/>
            <a:ext cx="7748531" cy="3416320"/>
          </a:xfrm>
          <a:prstGeom prst="rect">
            <a:avLst/>
          </a:prstGeom>
          <a:noFill/>
        </p:spPr>
        <p:txBody>
          <a:bodyPr wrap="square" rtlCol="0">
            <a:spAutoFit/>
          </a:bodyPr>
          <a:lstStyle/>
          <a:p>
            <a:pPr marL="342900" indent="-342900">
              <a:buFont typeface="+mj-lt"/>
              <a:buAutoNum type="arabicPeriod"/>
            </a:pPr>
            <a:r>
              <a:rPr lang="en" altLang="zh-TW" b="1"/>
              <a:t>Expansion of Vocabulary and Multilingual Support</a:t>
            </a:r>
            <a:br>
              <a:rPr lang="en" altLang="zh-TW"/>
            </a:br>
            <a:r>
              <a:rPr lang="en" altLang="zh-TW"/>
              <a:t>Adding more commonly used words and support for ASL and BSL to reach a broader audience.</a:t>
            </a:r>
          </a:p>
          <a:p>
            <a:pPr marL="342900" indent="-342900">
              <a:buFont typeface="+mj-lt"/>
              <a:buAutoNum type="arabicPeriod"/>
            </a:pPr>
            <a:r>
              <a:rPr lang="en" altLang="zh-TW" b="1"/>
              <a:t>Enhancing AI Model Capabilities</a:t>
            </a:r>
            <a:br>
              <a:rPr lang="en" altLang="zh-TW"/>
            </a:br>
            <a:r>
              <a:rPr lang="en" altLang="zh-TW"/>
              <a:t>Optimizing the model with diverse datasets to improve recognition accuracy in various real-world scenarios.</a:t>
            </a:r>
          </a:p>
          <a:p>
            <a:pPr marL="342900" indent="-342900">
              <a:buFont typeface="+mj-lt"/>
              <a:buAutoNum type="arabicPeriod"/>
            </a:pPr>
            <a:r>
              <a:rPr lang="en" altLang="zh-TW" b="1"/>
              <a:t>Personalized Learning Paths and Gamification Features</a:t>
            </a:r>
            <a:br>
              <a:rPr lang="en" altLang="zh-TW"/>
            </a:br>
            <a:r>
              <a:rPr lang="en" altLang="zh-TW"/>
              <a:t>Introducing personalized learning paths and new game elements to keep users motivated.</a:t>
            </a:r>
          </a:p>
          <a:p>
            <a:pPr marL="342900" indent="-342900">
              <a:buFont typeface="+mj-lt"/>
              <a:buAutoNum type="arabicPeriod"/>
            </a:pPr>
            <a:r>
              <a:rPr lang="en" altLang="zh-TW" b="1"/>
              <a:t>Improving Study Page Functionality</a:t>
            </a:r>
            <a:br>
              <a:rPr lang="en" altLang="zh-TW"/>
            </a:br>
            <a:r>
              <a:rPr lang="en" altLang="zh-TW"/>
              <a:t>Adding an automatic recording feature to evaluate gesture accuracy and track progress effectively.</a:t>
            </a:r>
            <a:endParaRPr lang="zh-TW" altLang="en-US"/>
          </a:p>
        </p:txBody>
      </p:sp>
    </p:spTree>
    <p:extLst>
      <p:ext uri="{BB962C8B-B14F-4D97-AF65-F5344CB8AC3E}">
        <p14:creationId xmlns:p14="http://schemas.microsoft.com/office/powerpoint/2010/main" val="21210194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33187652-2CDA-01C4-D4AC-958DD6A91E21}"/>
              </a:ext>
            </a:extLst>
          </p:cNvPr>
          <p:cNvSpPr>
            <a:spLocks noGrp="1"/>
          </p:cNvSpPr>
          <p:nvPr>
            <p:ph type="body" sz="quarter" idx="13"/>
          </p:nvPr>
        </p:nvSpPr>
        <p:spPr>
          <a:xfrm>
            <a:off x="2506089" y="2801275"/>
            <a:ext cx="4313001" cy="817415"/>
          </a:xfrm>
        </p:spPr>
        <p:txBody>
          <a:bodyPr>
            <a:normAutofit/>
          </a:bodyPr>
          <a:lstStyle/>
          <a:p>
            <a:pPr marL="0" indent="0">
              <a:buNone/>
            </a:pPr>
            <a:r>
              <a:rPr lang="en-US" altLang="zh-CN" sz="4800" b="1">
                <a:solidFill>
                  <a:srgbClr val="173F7E"/>
                </a:solidFill>
                <a:ea typeface="+mj-ea"/>
              </a:rPr>
              <a:t>Thank you</a:t>
            </a:r>
            <a:r>
              <a:rPr lang="zh-CN" altLang="en-US" sz="4800" b="1">
                <a:solidFill>
                  <a:srgbClr val="173F7E"/>
                </a:solidFill>
                <a:ea typeface="+mj-ea"/>
              </a:rPr>
              <a:t>！</a:t>
            </a:r>
          </a:p>
        </p:txBody>
      </p:sp>
      <p:sp>
        <p:nvSpPr>
          <p:cNvPr id="4" name="灯片编号占位符 3">
            <a:extLst>
              <a:ext uri="{FF2B5EF4-FFF2-40B4-BE49-F238E27FC236}">
                <a16:creationId xmlns:a16="http://schemas.microsoft.com/office/drawing/2014/main" id="{802B1940-0758-CD0A-E8C6-96D851FE14CA}"/>
              </a:ext>
            </a:extLst>
          </p:cNvPr>
          <p:cNvSpPr>
            <a:spLocks noGrp="1"/>
          </p:cNvSpPr>
          <p:nvPr>
            <p:ph type="sldNum" sz="quarter" idx="4"/>
          </p:nvPr>
        </p:nvSpPr>
        <p:spPr/>
        <p:txBody>
          <a:bodyPr/>
          <a:lstStyle/>
          <a:p>
            <a:pPr algn="ctr"/>
            <a:r>
              <a:rPr lang="en-SG"/>
              <a:t>Page </a:t>
            </a:r>
            <a:fld id="{2F63C605-4FC6-46DE-BC90-871762EA3F52}" type="slidenum">
              <a:rPr lang="en-SG" smtClean="0"/>
              <a:t>36</a:t>
            </a:fld>
            <a:endParaRPr lang="en-SG"/>
          </a:p>
        </p:txBody>
      </p:sp>
    </p:spTree>
    <p:extLst>
      <p:ext uri="{BB962C8B-B14F-4D97-AF65-F5344CB8AC3E}">
        <p14:creationId xmlns:p14="http://schemas.microsoft.com/office/powerpoint/2010/main" val="39775172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33187652-2CDA-01C4-D4AC-958DD6A91E21}"/>
              </a:ext>
            </a:extLst>
          </p:cNvPr>
          <p:cNvSpPr>
            <a:spLocks noGrp="1"/>
          </p:cNvSpPr>
          <p:nvPr>
            <p:ph type="body" sz="quarter" idx="13"/>
          </p:nvPr>
        </p:nvSpPr>
        <p:spPr>
          <a:xfrm>
            <a:off x="538676" y="274938"/>
            <a:ext cx="4033539" cy="716809"/>
          </a:xfrm>
        </p:spPr>
        <p:txBody>
          <a:bodyPr vert="horz" lIns="91440" tIns="45720" rIns="91440" bIns="45720" rtlCol="0" anchor="t">
            <a:normAutofit/>
          </a:bodyPr>
          <a:lstStyle/>
          <a:p>
            <a:pPr marL="0" indent="0">
              <a:buNone/>
            </a:pPr>
            <a:r>
              <a:rPr lang="zh-CN" altLang="en-US" b="1">
                <a:solidFill>
                  <a:srgbClr val="173F7E"/>
                </a:solidFill>
                <a:ea typeface="+mj-ea"/>
              </a:rPr>
              <a:t>Reference</a:t>
            </a:r>
          </a:p>
        </p:txBody>
      </p:sp>
      <p:sp>
        <p:nvSpPr>
          <p:cNvPr id="4" name="灯片编号占位符 3">
            <a:extLst>
              <a:ext uri="{FF2B5EF4-FFF2-40B4-BE49-F238E27FC236}">
                <a16:creationId xmlns:a16="http://schemas.microsoft.com/office/drawing/2014/main" id="{802B1940-0758-CD0A-E8C6-96D851FE14CA}"/>
              </a:ext>
            </a:extLst>
          </p:cNvPr>
          <p:cNvSpPr>
            <a:spLocks noGrp="1"/>
          </p:cNvSpPr>
          <p:nvPr>
            <p:ph type="sldNum" sz="quarter" idx="4"/>
          </p:nvPr>
        </p:nvSpPr>
        <p:spPr/>
        <p:txBody>
          <a:bodyPr/>
          <a:lstStyle/>
          <a:p>
            <a:pPr algn="ctr"/>
            <a:r>
              <a:rPr lang="en-SG"/>
              <a:t>Page </a:t>
            </a:r>
            <a:fld id="{2F63C605-4FC6-46DE-BC90-871762EA3F52}" type="slidenum">
              <a:rPr lang="en-SG" smtClean="0"/>
              <a:t>37</a:t>
            </a:fld>
            <a:endParaRPr lang="en-SG"/>
          </a:p>
        </p:txBody>
      </p:sp>
      <p:sp>
        <p:nvSpPr>
          <p:cNvPr id="2" name="文本框 1">
            <a:extLst>
              <a:ext uri="{FF2B5EF4-FFF2-40B4-BE49-F238E27FC236}">
                <a16:creationId xmlns:a16="http://schemas.microsoft.com/office/drawing/2014/main" id="{3B3ACB75-482B-500E-BEA8-2DCDFB834CAA}"/>
              </a:ext>
            </a:extLst>
          </p:cNvPr>
          <p:cNvSpPr txBox="1"/>
          <p:nvPr/>
        </p:nvSpPr>
        <p:spPr>
          <a:xfrm>
            <a:off x="505467" y="1108811"/>
            <a:ext cx="8066026"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79400" indent="-279400"/>
            <a:r>
              <a:rPr lang="en-US" altLang="zh-CN">
                <a:ea typeface="黑体"/>
              </a:rPr>
              <a:t>[1] World Health Organization. (2021). Deafness and Hearing Loss. Retrieved from </a:t>
            </a:r>
            <a:r>
              <a:rPr lang="en-US" altLang="zh-CN">
                <a:ea typeface="黑体"/>
                <a:hlinkClick r:id="rId2"/>
              </a:rPr>
              <a:t>https://www.who.int/news-room/fact-sheets/detail/deafness-and-hearing-loss</a:t>
            </a:r>
          </a:p>
          <a:p>
            <a:pPr marL="279400" indent="-279400"/>
            <a:r>
              <a:rPr lang="en-US" altLang="zh-CN">
                <a:ea typeface="黑体"/>
              </a:rPr>
              <a:t>[2] Singapore Association for the Deaf. (2023). Hearing Impairment Statistics. Retrieved from </a:t>
            </a:r>
            <a:r>
              <a:rPr lang="en-US" altLang="zh-CN">
                <a:ea typeface="黑体"/>
                <a:hlinkClick r:id="rId3"/>
              </a:rPr>
              <a:t>https://sadeaf.org.sg</a:t>
            </a:r>
            <a:endParaRPr lang="en-US" altLang="zh-CN">
              <a:ea typeface="黑体"/>
              <a:cs typeface="Arial"/>
              <a:hlinkClick r:id="rId3"/>
            </a:endParaRPr>
          </a:p>
          <a:p>
            <a:pPr marL="279400" indent="-279400"/>
            <a:r>
              <a:rPr lang="en-US" altLang="zh-CN">
                <a:ea typeface="黑体"/>
              </a:rPr>
              <a:t>[3] Grand View Research. (2021). Assistive Technology Market Size &amp; Share Report,2021-2028.</a:t>
            </a:r>
            <a:endParaRPr lang="en-US" altLang="zh-CN">
              <a:ea typeface="黑体"/>
              <a:cs typeface="Arial"/>
            </a:endParaRPr>
          </a:p>
          <a:p>
            <a:pPr marL="279400" indent="-279400"/>
            <a:r>
              <a:rPr lang="en-US" altLang="zh-CN">
                <a:ea typeface="黑体"/>
              </a:rPr>
              <a:t>[4] World Bank. (2022). Disability</a:t>
            </a:r>
            <a:r>
              <a:rPr lang="en-US" altLang="zh-CN" b="1">
                <a:ea typeface="黑体"/>
              </a:rPr>
              <a:t>-</a:t>
            </a:r>
            <a:r>
              <a:rPr lang="en-US" altLang="zh-CN">
                <a:ea typeface="黑体"/>
              </a:rPr>
              <a:t>Inclusive Development in Global Perspective. Retrieved from </a:t>
            </a:r>
            <a:r>
              <a:rPr lang="en-US" altLang="zh-CN">
                <a:ea typeface="黑体"/>
                <a:hlinkClick r:id="rId4"/>
              </a:rPr>
              <a:t>https://www.worldbank.org/en/topic/disability</a:t>
            </a:r>
            <a:endParaRPr lang="en-US" altLang="zh-CN">
              <a:ea typeface="黑体"/>
              <a:cs typeface="Arial"/>
              <a:hlinkClick r:id="rId4"/>
            </a:endParaRPr>
          </a:p>
          <a:p>
            <a:pPr marL="279400" indent="-279400"/>
            <a:r>
              <a:rPr lang="en-US" altLang="zh-CN">
                <a:ea typeface="黑体"/>
              </a:rPr>
              <a:t>[5] Ministry of Social and Family Development (MSF). (2021). Enabling Masterplan 2030. Retrieved from </a:t>
            </a:r>
            <a:r>
              <a:rPr lang="en-US" altLang="zh-CN">
                <a:ea typeface="黑体"/>
                <a:hlinkClick r:id="rId5"/>
              </a:rPr>
              <a:t>https://www.msf.gov.sg</a:t>
            </a:r>
            <a:endParaRPr lang="en-US" altLang="zh-CN">
              <a:ea typeface="黑体"/>
              <a:cs typeface="Arial"/>
              <a:hlinkClick r:id="rId5"/>
            </a:endParaRPr>
          </a:p>
        </p:txBody>
      </p:sp>
    </p:spTree>
    <p:extLst>
      <p:ext uri="{BB962C8B-B14F-4D97-AF65-F5344CB8AC3E}">
        <p14:creationId xmlns:p14="http://schemas.microsoft.com/office/powerpoint/2010/main" val="39755023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UTOFOOTER" val="No"/>
  <p:tag name="COMMONDATA" val="eyJoZGlkIjoiOWU4NzIzYTQzNzZkNGM5NGI3M2E1ZjhkNDYyNTQ4YzYifQ=="/>
</p:tagLst>
</file>

<file path=ppt/theme/theme1.xml><?xml version="1.0" encoding="utf-8"?>
<a:theme xmlns:a="http://schemas.openxmlformats.org/drawingml/2006/main" name="1_Theme1">
  <a:themeElements>
    <a:clrScheme name="Office">
      <a:dk1>
        <a:sysClr val="windowText" lastClr="000000"/>
      </a:dk1>
      <a:lt1>
        <a:sysClr val="window" lastClr="FFFFFF"/>
      </a:lt1>
      <a:dk2>
        <a:srgbClr val="44546A"/>
      </a:dk2>
      <a:lt2>
        <a:srgbClr val="E7E6E6"/>
      </a:lt2>
      <a:accent1>
        <a:srgbClr val="173F7E"/>
      </a:accent1>
      <a:accent2>
        <a:srgbClr val="F58220"/>
      </a:accent2>
      <a:accent3>
        <a:srgbClr val="404040"/>
      </a:accent3>
      <a:accent4>
        <a:srgbClr val="33BBBC"/>
      </a:accent4>
      <a:accent5>
        <a:srgbClr val="7F7F7F"/>
      </a:accent5>
      <a:accent6>
        <a:srgbClr val="FFFFFF"/>
      </a:accent6>
      <a:hlink>
        <a:srgbClr val="173F7E"/>
      </a:hlink>
      <a:folHlink>
        <a:srgbClr val="7F7F7F"/>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dirty="0" err="1" smtClean="0">
            <a:solidFill>
              <a:schemeClr val="tx1">
                <a:lumMod val="75000"/>
                <a:lumOff val="25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8176377E7EC2845A2D3CB5D2714787F" ma:contentTypeVersion="7" ma:contentTypeDescription="Create a new document." ma:contentTypeScope="" ma:versionID="266542937ca5e74e946b7208a826bbb5">
  <xsd:schema xmlns:xsd="http://www.w3.org/2001/XMLSchema" xmlns:xs="http://www.w3.org/2001/XMLSchema" xmlns:p="http://schemas.microsoft.com/office/2006/metadata/properties" xmlns:ns2="9128fc4b-d432-44b2-b7a3-a2e70b8a491e" targetNamespace="http://schemas.microsoft.com/office/2006/metadata/properties" ma:root="true" ma:fieldsID="59b577abd39d1e9143f624c3c941d4c6" ns2:_="">
    <xsd:import namespace="9128fc4b-d432-44b2-b7a3-a2e70b8a491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28fc4b-d432-44b2-b7a3-a2e70b8a49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EA8D90A-693F-4E0F-B2DC-3E15BBC6ABD2}">
  <ds:schemaRefs>
    <ds:schemaRef ds:uri="9128fc4b-d432-44b2-b7a3-a2e70b8a49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2D8565D-CD39-462A-A20D-E45A16E94097}">
  <ds:schemaRefs>
    <ds:schemaRef ds:uri="9128fc4b-d432-44b2-b7a3-a2e70b8a49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283FDDE-B41B-4E51-A3C9-72BFCAA1EFC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37</Slides>
  <Notes>34</Notes>
  <HiddenSlides>0</HiddenSlide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1_Theme1</vt:lpstr>
      <vt:lpstr>Final report of SIGNIFY </vt:lpstr>
      <vt:lpstr>TEAM MEMBER</vt:lpstr>
      <vt:lpstr>Contents</vt:lpstr>
      <vt:lpstr>1 Introduction</vt:lpstr>
      <vt:lpstr>1.1 Social Background</vt:lpstr>
      <vt:lpstr>1.2 Components of the SIGNIFY</vt:lpstr>
      <vt:lpstr>1.2 Components of the SIGNIFY</vt:lpstr>
      <vt:lpstr>1.2 Components of the SIGNIFY</vt:lpstr>
      <vt:lpstr>1.2 Components of the SIGNIFY</vt:lpstr>
      <vt:lpstr>2 Business Case usiness Case</vt:lpstr>
      <vt:lpstr>2.1 Problem Statement</vt:lpstr>
      <vt:lpstr>2.2 Proposed Solution</vt:lpstr>
      <vt:lpstr>2.3 Market Research</vt:lpstr>
      <vt:lpstr>3 Project Overview</vt:lpstr>
      <vt:lpstr>3.1 Project Scope</vt:lpstr>
      <vt:lpstr>3.1 Project Scope</vt:lpstr>
      <vt:lpstr>3.2 Responsibility Distribution</vt:lpstr>
      <vt:lpstr>4 System design &amp; Development</vt:lpstr>
      <vt:lpstr>4.1 System Design</vt:lpstr>
      <vt:lpstr>4.2 System Development</vt:lpstr>
      <vt:lpstr>4.3 Game Development</vt:lpstr>
      <vt:lpstr>4.4 Model Selection &amp; Motivation</vt:lpstr>
      <vt:lpstr>4.4 Model Selection &amp; Motivation</vt:lpstr>
      <vt:lpstr>4.4 Model Selection &amp; Motivation</vt:lpstr>
      <vt:lpstr>4.5 Data Collection and Preparation</vt:lpstr>
      <vt:lpstr>4.6 Training &amp; Results</vt:lpstr>
      <vt:lpstr>5 Evaluation</vt:lpstr>
      <vt:lpstr>5 Evaluation</vt:lpstr>
      <vt:lpstr>5 Evaluation</vt:lpstr>
      <vt:lpstr>5 Evaluation</vt:lpstr>
      <vt:lpstr>5 Evaluation</vt:lpstr>
      <vt:lpstr>5 Evaluation</vt:lpstr>
      <vt:lpstr>6 CONCLUSION</vt:lpstr>
      <vt:lpstr>6.1 Key Takeaway</vt:lpstr>
      <vt:lpstr>6.2 Future Development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Xingkang</dc:creator>
  <cp:revision>1</cp:revision>
  <cp:lastPrinted>2017-10-05T01:59:00Z</cp:lastPrinted>
  <dcterms:created xsi:type="dcterms:W3CDTF">2014-12-11T07:55:00Z</dcterms:created>
  <dcterms:modified xsi:type="dcterms:W3CDTF">2024-10-31T09:35:19Z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253D24EAA55C4729B0E02E540BF3C47D_12</vt:lpwstr>
  </property>
  <property fmtid="{D5CDD505-2E9C-101B-9397-08002B2CF9AE}" pid="3" name="KSOProductBuildVer">
    <vt:lpwstr>2052-12.1.0.17827</vt:lpwstr>
  </property>
  <property fmtid="{D5CDD505-2E9C-101B-9397-08002B2CF9AE}" pid="4" name="ContentTypeId">
    <vt:lpwstr>0x01010048176377E7EC2845A2D3CB5D2714787F</vt:lpwstr>
  </property>
</Properties>
</file>